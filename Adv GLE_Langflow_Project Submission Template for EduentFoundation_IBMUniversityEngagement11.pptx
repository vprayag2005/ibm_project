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_WITH_CAPTION_TEXT">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rmAutofit/>
          </a:bodyPr>
          <a:lstStyle>
            <a:lvl1pPr indent="0" algn="l">
              <a:lnSpc>
                <a:spcPct val="100000"/>
              </a:lnSpc>
              <a:buNone/>
              <a:tabLst>
                <a:tab pos="0" algn="l"/>
              </a:tabLst>
              <a:defRPr lang="en-IN" sz="3200" b="0" u="none" strike="noStrike">
                <a:solidFill>
                  <a:srgbClr val="000000"/>
                </a:solidFill>
                <a:effectLst/>
                <a:uFillTx/>
                <a:latin typeface="Arial"/>
              </a:defRPr>
            </a:lvl1pPr>
          </a:lstStyle>
          <a:p>
            <a:pPr indent="0" algn="l">
              <a:lnSpc>
                <a:spcPct val="100000"/>
              </a:lnSpc>
              <a:buNone/>
              <a:tabLst>
                <a:tab pos="0" algn="l"/>
              </a:tabLst>
            </a:pPr>
            <a:r>
              <a:rPr lang="en-IN" sz="3200" b="0" u="none" strike="noStrike">
                <a:solidFill>
                  <a:srgbClr val="000000"/>
                </a:solidFill>
                <a:effectLst/>
                <a:uFillTx/>
                <a:latin typeface="Arial"/>
              </a:rPr>
              <a:t>Click to edit the title text format</a:t>
            </a:r>
            <a:endParaRPr lang="en-IN" sz="3200" b="0" u="none" strike="noStrike">
              <a:solidFill>
                <a:srgbClr val="000000"/>
              </a:solidFill>
              <a:effectLst/>
              <a:uFillTx/>
              <a:latin typeface="Arial"/>
            </a:endParaRPr>
          </a:p>
        </p:txBody>
      </p:sp>
      <p:sp>
        <p:nvSpPr>
          <p:cNvPr id="3" name="PlaceHolder 2"/>
          <p:cNvSpPr>
            <a:spLocks noGrp="1"/>
          </p:cNvSpPr>
          <p:nvPr>
            <p:ph type="body"/>
          </p:nvPr>
        </p:nvSpPr>
        <p:spPr>
          <a:xfrm>
            <a:off x="5183280" y="987480"/>
            <a:ext cx="6171480" cy="4872960"/>
          </a:xfrm>
          <a:prstGeom prst="rect">
            <a:avLst/>
          </a:prstGeom>
          <a:noFill/>
          <a:ln w="0">
            <a:noFill/>
          </a:ln>
        </p:spPr>
        <p:txBody>
          <a:bodyPr lIns="90000" tIns="45000" rIns="90000" bIns="45000" anchor="t">
            <a:normAutofit/>
          </a:bodyPr>
          <a:lstStyle>
            <a:lvl1pPr algn="l">
              <a:lnSpc>
                <a:spcPct val="100000"/>
              </a:lnSpc>
              <a:spcBef>
                <a:spcPts val="1417"/>
              </a:spcBef>
              <a:buClr>
                <a:srgbClr val="000000"/>
              </a:buClr>
              <a:buSzPct val="45000"/>
              <a:buFont typeface="Wingdings" charset="2"/>
              <a:buChar char=""/>
              <a:defRPr lang="en-IN" sz="1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1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1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1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1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1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18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n-IN" sz="1800" b="0" u="none" strike="noStrike">
                <a:solidFill>
                  <a:srgbClr val="000000"/>
                </a:solidFill>
                <a:effectLst/>
                <a:uFillTx/>
                <a:latin typeface="Arial"/>
              </a:rPr>
              <a:t>Click to edit the outline text format</a:t>
            </a:r>
            <a:endParaRPr lang="en-IN"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n-IN" sz="1800" b="0" u="none" strike="noStrike">
                <a:solidFill>
                  <a:srgbClr val="000000"/>
                </a:solidFill>
                <a:effectLst/>
                <a:uFillTx/>
                <a:latin typeface="Arial"/>
              </a:rPr>
              <a:t>Second Outline Level</a:t>
            </a:r>
            <a:endParaRPr lang="en-IN" sz="1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n-IN" sz="1800" b="0" u="none" strike="noStrike">
                <a:solidFill>
                  <a:srgbClr val="000000"/>
                </a:solidFill>
                <a:effectLst/>
                <a:uFillTx/>
                <a:latin typeface="Arial"/>
              </a:rPr>
              <a:t>Third Outline Level</a:t>
            </a:r>
            <a:endParaRPr lang="en-IN" sz="18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n-IN" sz="1800" b="0" u="none" strike="noStrike">
                <a:solidFill>
                  <a:srgbClr val="000000"/>
                </a:solidFill>
                <a:effectLst/>
                <a:uFillTx/>
                <a:latin typeface="Arial"/>
              </a:rPr>
              <a:t>Fourth Outline Level</a:t>
            </a:r>
            <a:endParaRPr lang="en-IN" sz="18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n-IN" sz="1800" b="0" u="none" strike="noStrike">
                <a:solidFill>
                  <a:srgbClr val="000000"/>
                </a:solidFill>
                <a:effectLst/>
                <a:uFillTx/>
                <a:latin typeface="Arial"/>
              </a:rPr>
              <a:t>Fifth Outline Level</a:t>
            </a:r>
            <a:endParaRPr lang="en-IN" sz="18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n-IN" sz="1800" b="0" u="none" strike="noStrike">
                <a:solidFill>
                  <a:srgbClr val="000000"/>
                </a:solidFill>
                <a:effectLst/>
                <a:uFillTx/>
                <a:latin typeface="Arial"/>
              </a:rPr>
              <a:t>Sixth Outline Level</a:t>
            </a:r>
            <a:endParaRPr lang="en-IN" sz="18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n-IN" sz="1800" b="0" u="none" strike="noStrike">
                <a:solidFill>
                  <a:srgbClr val="000000"/>
                </a:solidFill>
                <a:effectLst/>
                <a:uFillTx/>
                <a:latin typeface="Arial"/>
              </a:rPr>
              <a:t>Seventh Outline Level</a:t>
            </a:r>
            <a:endParaRPr lang="en-IN" sz="1800" b="0" u="none" strike="noStrike">
              <a:solidFill>
                <a:srgbClr val="000000"/>
              </a:solidFill>
              <a:effectLst/>
              <a:uFillTx/>
              <a:latin typeface="Arial"/>
            </a:endParaRPr>
          </a:p>
        </p:txBody>
      </p:sp>
      <p:sp>
        <p:nvSpPr>
          <p:cNvPr id="4"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rmAutofit lnSpcReduction="9999"/>
          </a:bodyPr>
          <a:lstStyle>
            <a:lvl1pPr algn="l">
              <a:lnSpc>
                <a:spcPct val="100000"/>
              </a:lnSpc>
              <a:spcBef>
                <a:spcPts val="1417"/>
              </a:spcBef>
              <a:buClr>
                <a:srgbClr val="000000"/>
              </a:buClr>
              <a:buSzPct val="45000"/>
              <a:buFont typeface="Wingdings" charset="2"/>
              <a:buChar char=""/>
              <a:defRPr lang="en-IN" sz="16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16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16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16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7pPr>
          </a:lstStyle>
          <a:p>
            <a:pPr marL="457200" indent="-228600" algn="l">
              <a:lnSpc>
                <a:spcPct val="100000"/>
              </a:lnSpc>
              <a:spcBef>
                <a:spcPts val="1417"/>
              </a:spcBef>
              <a:buClr>
                <a:srgbClr val="000000"/>
              </a:buClr>
              <a:buSzPct val="45000"/>
              <a:buFont typeface="Wingdings" charset="2"/>
              <a:buChar char=""/>
            </a:pPr>
            <a:r>
              <a:rPr lang="en-IN" sz="1600" b="0" u="none" strike="noStrike">
                <a:solidFill>
                  <a:srgbClr val="000000"/>
                </a:solidFill>
                <a:effectLst/>
                <a:uFillTx/>
                <a:latin typeface="Arial"/>
              </a:rPr>
              <a:t>Click to edit the outline text format</a:t>
            </a:r>
            <a:endParaRPr lang="en-IN" sz="1600" b="0" u="none" strike="noStrike">
              <a:solidFill>
                <a:srgbClr val="000000"/>
              </a:solidFill>
              <a:effectLst/>
              <a:uFillTx/>
              <a:latin typeface="Arial"/>
            </a:endParaRPr>
          </a:p>
          <a:p>
            <a:pPr marL="914400" lvl="1" indent="-228600" algn="l">
              <a:lnSpc>
                <a:spcPct val="100000"/>
              </a:lnSpc>
              <a:spcBef>
                <a:spcPts val="1134"/>
              </a:spcBef>
              <a:buClr>
                <a:srgbClr val="000000"/>
              </a:buClr>
              <a:buSzPct val="75000"/>
              <a:buFont typeface="Symbol" charset="2"/>
              <a:buChar char=""/>
            </a:pPr>
            <a:r>
              <a:rPr lang="en-IN" sz="1600" b="0" u="none" strike="noStrike">
                <a:solidFill>
                  <a:srgbClr val="000000"/>
                </a:solidFill>
                <a:effectLst/>
                <a:uFillTx/>
                <a:latin typeface="Arial"/>
              </a:rPr>
              <a:t>Second Outline Level</a:t>
            </a:r>
            <a:endParaRPr lang="en-IN" sz="1600" b="0" u="none" strike="noStrike">
              <a:solidFill>
                <a:srgbClr val="000000"/>
              </a:solidFill>
              <a:effectLst/>
              <a:uFillTx/>
              <a:latin typeface="Arial"/>
            </a:endParaRPr>
          </a:p>
          <a:p>
            <a:pPr marL="1371600" lvl="2" indent="-228600" algn="l">
              <a:lnSpc>
                <a:spcPct val="100000"/>
              </a:lnSpc>
              <a:spcBef>
                <a:spcPts val="850"/>
              </a:spcBef>
              <a:buClr>
                <a:srgbClr val="000000"/>
              </a:buClr>
              <a:buSzPct val="45000"/>
              <a:buFont typeface="Wingdings" charset="2"/>
              <a:buChar char=""/>
            </a:pPr>
            <a:r>
              <a:rPr lang="en-IN" sz="1600" b="0" u="none" strike="noStrike">
                <a:solidFill>
                  <a:srgbClr val="000000"/>
                </a:solidFill>
                <a:effectLst/>
                <a:uFillTx/>
                <a:latin typeface="Arial"/>
              </a:rPr>
              <a:t>Third Outline Level</a:t>
            </a:r>
            <a:endParaRPr lang="en-IN" sz="1600" b="0" u="none" strike="noStrike">
              <a:solidFill>
                <a:srgbClr val="000000"/>
              </a:solidFill>
              <a:effectLst/>
              <a:uFillTx/>
              <a:latin typeface="Arial"/>
            </a:endParaRPr>
          </a:p>
          <a:p>
            <a:pPr marL="1828800" lvl="3" indent="-228600" algn="l">
              <a:lnSpc>
                <a:spcPct val="100000"/>
              </a:lnSpc>
              <a:spcBef>
                <a:spcPts val="567"/>
              </a:spcBef>
              <a:buClr>
                <a:srgbClr val="000000"/>
              </a:buClr>
              <a:buSzPct val="75000"/>
              <a:buFont typeface="Symbol" charset="2"/>
              <a:buChar char=""/>
            </a:pPr>
            <a:r>
              <a:rPr lang="en-IN" sz="1600" b="0" u="none" strike="noStrike">
                <a:solidFill>
                  <a:srgbClr val="000000"/>
                </a:solidFill>
                <a:effectLst/>
                <a:uFillTx/>
                <a:latin typeface="Arial"/>
              </a:rPr>
              <a:t>Fourth Outline Level</a:t>
            </a:r>
            <a:endParaRPr lang="en-IN" sz="1600" b="0" u="none" strike="noStrike">
              <a:solidFill>
                <a:srgbClr val="000000"/>
              </a:solidFill>
              <a:effectLst/>
              <a:uFillTx/>
              <a:latin typeface="Arial"/>
            </a:endParaRPr>
          </a:p>
          <a:p>
            <a:pPr marL="2286000" lvl="4"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Fifth Outline Level</a:t>
            </a:r>
            <a:endParaRPr lang="en-IN" sz="1600" b="0" u="none" strike="noStrike">
              <a:solidFill>
                <a:srgbClr val="000000"/>
              </a:solidFill>
              <a:effectLst/>
              <a:uFillTx/>
              <a:latin typeface="Arial"/>
            </a:endParaRPr>
          </a:p>
          <a:p>
            <a:pPr marL="2743200" lvl="5"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Sixth Outline Level</a:t>
            </a:r>
            <a:endParaRPr lang="en-IN" sz="1600" b="0" u="none" strike="noStrike">
              <a:solidFill>
                <a:srgbClr val="000000"/>
              </a:solidFill>
              <a:effectLst/>
              <a:uFillTx/>
              <a:latin typeface="Arial"/>
            </a:endParaRPr>
          </a:p>
          <a:p>
            <a:pPr marL="3200400" lvl="6"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Seventh Outline Level</a:t>
            </a:r>
            <a:endParaRPr lang="en-IN" sz="1600" b="0" u="none" strike="noStrike">
              <a:solidFill>
                <a:srgbClr val="000000"/>
              </a:solidFill>
              <a:effectLst/>
              <a:uFillTx/>
              <a:latin typeface="Arial"/>
            </a:endParaRPr>
          </a:p>
        </p:txBody>
      </p:sp>
      <p:sp>
        <p:nvSpPr>
          <p:cNvPr id="5" name="PlaceHolder 4"/>
          <p:cNvSpPr>
            <a:spLocks noGrp="1"/>
          </p:cNvSpPr>
          <p:nvPr>
            <p:ph type="dt" idx="1"/>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6" name="PlaceHolder 5"/>
          <p:cNvSpPr>
            <a:spLocks noGrp="1"/>
          </p:cNvSpPr>
          <p:nvPr>
            <p:ph type="ftr" idx="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7" name="PlaceHolder 6"/>
          <p:cNvSpPr>
            <a:spLocks noGrp="1"/>
          </p:cNvSpPr>
          <p:nvPr>
            <p:ph type="sldNum" idx="3"/>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8AE30569-5E95-41D0-91E9-65CCE6EB470E}"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VERTICAL_TEXT">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9" name="PlaceHolder 2"/>
          <p:cNvSpPr>
            <a:spLocks noGrp="1"/>
          </p:cNvSpPr>
          <p:nvPr>
            <p:ph type="body"/>
          </p:nvPr>
        </p:nvSpPr>
        <p:spPr>
          <a:xfrm rot="5400000">
            <a:off x="3920760" y="-1256040"/>
            <a:ext cx="4350600" cy="10514880"/>
          </a:xfrm>
          <a:prstGeom prst="rect">
            <a:avLst/>
          </a:prstGeom>
          <a:noFill/>
          <a:ln w="0">
            <a:noFill/>
          </a:ln>
        </p:spPr>
        <p:txBody>
          <a:bodyPr lIns="91440" tIns="45720" rIns="91440" bIns="45720" anchor="t">
            <a:normAutofit/>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10" name="PlaceHolder 3"/>
          <p:cNvSpPr>
            <a:spLocks noGrp="1"/>
          </p:cNvSpPr>
          <p:nvPr>
            <p:ph type="dt" idx="4"/>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11" name="PlaceHolder 4"/>
          <p:cNvSpPr>
            <a:spLocks noGrp="1"/>
          </p:cNvSpPr>
          <p:nvPr>
            <p:ph type="ftr" idx="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12" name="PlaceHolder 5"/>
          <p:cNvSpPr>
            <a:spLocks noGrp="1"/>
          </p:cNvSpPr>
          <p:nvPr>
            <p:ph type="sldNum" idx="6"/>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C9179CE6-7823-487F-AD8B-40B247DDA4D4}"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OBJECT">
    <p:bg>
      <p:bgPr>
        <a:solidFill>
          <a:schemeClr val="lt1"/>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14"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a:normAutofit/>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15" name="PlaceHolder 3"/>
          <p:cNvSpPr>
            <a:spLocks noGrp="1"/>
          </p:cNvSpPr>
          <p:nvPr>
            <p:ph type="dt" idx="7"/>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16" name="PlaceHolder 4"/>
          <p:cNvSpPr>
            <a:spLocks noGrp="1"/>
          </p:cNvSpPr>
          <p:nvPr>
            <p:ph type="ftr" idx="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17" name="PlaceHolder 5"/>
          <p:cNvSpPr>
            <a:spLocks noGrp="1"/>
          </p:cNvSpPr>
          <p:nvPr>
            <p:ph type="sldNum" idx="9"/>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C64C38BE-E61D-4241-B6C2-B55753A74B84}"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_TITLE_AND_VERTICAL_TEXT">
    <p:bg>
      <p:bgPr>
        <a:solidFill>
          <a:schemeClr val="lt1"/>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rot="5400000">
            <a:off x="7133760" y="1956240"/>
            <a:ext cx="5811120" cy="262836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19" name="PlaceHolder 2"/>
          <p:cNvSpPr>
            <a:spLocks noGrp="1"/>
          </p:cNvSpPr>
          <p:nvPr>
            <p:ph type="body"/>
          </p:nvPr>
        </p:nvSpPr>
        <p:spPr>
          <a:xfrm rot="5400000">
            <a:off x="1800360" y="-596160"/>
            <a:ext cx="5811120" cy="7733520"/>
          </a:xfrm>
          <a:prstGeom prst="rect">
            <a:avLst/>
          </a:prstGeom>
          <a:noFill/>
          <a:ln w="0">
            <a:noFill/>
          </a:ln>
        </p:spPr>
        <p:txBody>
          <a:bodyPr lIns="91440" tIns="45720" rIns="91440" bIns="45720" anchor="t">
            <a:normAutofit/>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20" name="PlaceHolder 3"/>
          <p:cNvSpPr>
            <a:spLocks noGrp="1"/>
          </p:cNvSpPr>
          <p:nvPr>
            <p:ph type="dt" idx="10"/>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21" name="PlaceHolder 4"/>
          <p:cNvSpPr>
            <a:spLocks noGrp="1"/>
          </p:cNvSpPr>
          <p:nvPr>
            <p:ph type="ftr" idx="1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22" name="PlaceHolder 5"/>
          <p:cNvSpPr>
            <a:spLocks noGrp="1"/>
          </p:cNvSpPr>
          <p:nvPr>
            <p:ph type="sldNum" idx="12"/>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62E48003-6FC9-4DDD-AE64-CE42B46D6F77}"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bg>
      <p:bgPr>
        <a:solidFill>
          <a:schemeClr val="lt1"/>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1960" y="1709640"/>
            <a:ext cx="10514880" cy="2851920"/>
          </a:xfrm>
          <a:prstGeom prst="rect">
            <a:avLst/>
          </a:prstGeom>
          <a:noFill/>
          <a:ln w="0">
            <a:noFill/>
          </a:ln>
        </p:spPr>
        <p:txBody>
          <a:bodyPr lIns="91440" tIns="45720" rIns="91440" bIns="45720" anchor="b">
            <a:normAutofit/>
          </a:bodyPr>
          <a:lstStyle>
            <a:lvl1pPr indent="0" algn="l">
              <a:lnSpc>
                <a:spcPct val="100000"/>
              </a:lnSpc>
              <a:buNone/>
              <a:tabLst>
                <a:tab pos="0" algn="l"/>
              </a:tabLst>
              <a:defRPr lang="en-IN" sz="6000" b="0" u="none" strike="noStrike">
                <a:solidFill>
                  <a:srgbClr val="000000"/>
                </a:solidFill>
                <a:effectLst/>
                <a:uFillTx/>
                <a:latin typeface="Arial"/>
              </a:defRPr>
            </a:lvl1pPr>
          </a:lstStyle>
          <a:p>
            <a:pPr indent="0" algn="l">
              <a:lnSpc>
                <a:spcPct val="100000"/>
              </a:lnSpc>
              <a:buNone/>
              <a:tabLst>
                <a:tab pos="0" algn="l"/>
              </a:tabLst>
            </a:pPr>
            <a:r>
              <a:rPr lang="en-IN" sz="6000" b="0" u="none" strike="noStrike">
                <a:solidFill>
                  <a:srgbClr val="000000"/>
                </a:solidFill>
                <a:effectLst/>
                <a:uFillTx/>
                <a:latin typeface="Arial"/>
              </a:rPr>
              <a:t>Click to edit the title text format</a:t>
            </a:r>
            <a:endParaRPr lang="en-IN" sz="6000" b="0" u="none" strike="noStrike">
              <a:solidFill>
                <a:srgbClr val="000000"/>
              </a:solidFill>
              <a:effectLst/>
              <a:uFillTx/>
              <a:latin typeface="Arial"/>
            </a:endParaRPr>
          </a:p>
        </p:txBody>
      </p:sp>
      <p:sp>
        <p:nvSpPr>
          <p:cNvPr id="24" name="PlaceHolder 2"/>
          <p:cNvSpPr>
            <a:spLocks noGrp="1"/>
          </p:cNvSpPr>
          <p:nvPr>
            <p:ph type="body"/>
          </p:nvPr>
        </p:nvSpPr>
        <p:spPr>
          <a:xfrm>
            <a:off x="831960" y="4589640"/>
            <a:ext cx="10514880" cy="1499400"/>
          </a:xfrm>
          <a:prstGeom prst="rect">
            <a:avLst/>
          </a:prstGeom>
          <a:noFill/>
          <a:ln w="0">
            <a:noFill/>
          </a:ln>
        </p:spPr>
        <p:txBody>
          <a:bodyPr lIns="91440" tIns="45720" rIns="91440" bIns="45720" anchor="t">
            <a:normAutofit fontScale="47500" lnSpcReduction="19999"/>
          </a:bodyPr>
          <a:lstStyle>
            <a:lvl1pPr algn="l">
              <a:lnSpc>
                <a:spcPct val="100000"/>
              </a:lnSpc>
              <a:spcBef>
                <a:spcPts val="1417"/>
              </a:spcBef>
              <a:buClr>
                <a:srgbClr val="000000"/>
              </a:buClr>
              <a:buSzPct val="45000"/>
              <a:buFont typeface="Wingdings" charset="2"/>
              <a:buChar char=""/>
              <a:defRPr lang="en-IN" sz="24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4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4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7pPr>
          </a:lstStyle>
          <a:p>
            <a:pPr marL="457200" indent="-228600" algn="l">
              <a:lnSpc>
                <a:spcPct val="100000"/>
              </a:lnSpc>
              <a:spcBef>
                <a:spcPts val="1417"/>
              </a:spcBef>
              <a:buClr>
                <a:srgbClr val="000000"/>
              </a:buClr>
              <a:buSzPct val="45000"/>
              <a:buFont typeface="Wingdings" charset="2"/>
              <a:buChar char=""/>
            </a:pPr>
            <a:r>
              <a:rPr lang="en-IN" sz="2400" b="0" u="none" strike="noStrike">
                <a:solidFill>
                  <a:srgbClr val="000000"/>
                </a:solidFill>
                <a:effectLst/>
                <a:uFillTx/>
                <a:latin typeface="Arial"/>
              </a:rPr>
              <a:t>Click to edit the outline text format</a:t>
            </a:r>
            <a:endParaRPr lang="en-IN" sz="2400" b="0" u="none" strike="noStrike">
              <a:solidFill>
                <a:srgbClr val="000000"/>
              </a:solidFill>
              <a:effectLst/>
              <a:uFillTx/>
              <a:latin typeface="Arial"/>
            </a:endParaRPr>
          </a:p>
          <a:p>
            <a:pPr marL="914400" lvl="1" indent="-228600" algn="l">
              <a:lnSpc>
                <a:spcPct val="100000"/>
              </a:lnSpc>
              <a:spcBef>
                <a:spcPts val="1134"/>
              </a:spcBef>
              <a:buClr>
                <a:srgbClr val="000000"/>
              </a:buClr>
              <a:buSzPct val="75000"/>
              <a:buFont typeface="Symbol" charset="2"/>
              <a:buChar char=""/>
            </a:pPr>
            <a:r>
              <a:rPr lang="en-IN" sz="2400" b="0" u="none" strike="noStrike">
                <a:solidFill>
                  <a:srgbClr val="000000"/>
                </a:solidFill>
                <a:effectLst/>
                <a:uFillTx/>
                <a:latin typeface="Arial"/>
              </a:rPr>
              <a:t>Second Outline Level</a:t>
            </a:r>
            <a:endParaRPr lang="en-IN" sz="2400" b="0" u="none" strike="noStrike">
              <a:solidFill>
                <a:srgbClr val="000000"/>
              </a:solidFill>
              <a:effectLst/>
              <a:uFillTx/>
              <a:latin typeface="Arial"/>
            </a:endParaRPr>
          </a:p>
          <a:p>
            <a:pPr marL="1371600" lvl="2" indent="-228600" algn="l">
              <a:lnSpc>
                <a:spcPct val="100000"/>
              </a:lnSpc>
              <a:spcBef>
                <a:spcPts val="850"/>
              </a:spcBef>
              <a:buClr>
                <a:srgbClr val="000000"/>
              </a:buClr>
              <a:buSzPct val="45000"/>
              <a:buFont typeface="Wingdings" charset="2"/>
              <a:buChar char=""/>
            </a:pPr>
            <a:r>
              <a:rPr lang="en-IN" sz="2400" b="0" u="none" strike="noStrike">
                <a:solidFill>
                  <a:srgbClr val="000000"/>
                </a:solidFill>
                <a:effectLst/>
                <a:uFillTx/>
                <a:latin typeface="Arial"/>
              </a:rPr>
              <a:t>Third Outline Level</a:t>
            </a:r>
            <a:endParaRPr lang="en-IN" sz="2400" b="0" u="none" strike="noStrike">
              <a:solidFill>
                <a:srgbClr val="000000"/>
              </a:solidFill>
              <a:effectLst/>
              <a:uFillTx/>
              <a:latin typeface="Arial"/>
            </a:endParaRPr>
          </a:p>
          <a:p>
            <a:pPr marL="1828800" lvl="3" indent="-228600" algn="l">
              <a:lnSpc>
                <a:spcPct val="100000"/>
              </a:lnSpc>
              <a:spcBef>
                <a:spcPts val="567"/>
              </a:spcBef>
              <a:buClr>
                <a:srgbClr val="000000"/>
              </a:buClr>
              <a:buSzPct val="75000"/>
              <a:buFont typeface="Symbol" charset="2"/>
              <a:buChar char=""/>
            </a:pPr>
            <a:r>
              <a:rPr lang="en-IN" sz="2400" b="0" u="none" strike="noStrike">
                <a:solidFill>
                  <a:srgbClr val="000000"/>
                </a:solidFill>
                <a:effectLst/>
                <a:uFillTx/>
                <a:latin typeface="Arial"/>
              </a:rPr>
              <a:t>Fourth Outline Level</a:t>
            </a:r>
            <a:endParaRPr lang="en-IN" sz="2400" b="0" u="none" strike="noStrike">
              <a:solidFill>
                <a:srgbClr val="000000"/>
              </a:solidFill>
              <a:effectLst/>
              <a:uFillTx/>
              <a:latin typeface="Arial"/>
            </a:endParaRPr>
          </a:p>
          <a:p>
            <a:pPr marL="2286000" lvl="4"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Fifth Outline Level</a:t>
            </a:r>
            <a:endParaRPr lang="en-IN" sz="2400" b="0" u="none" strike="noStrike">
              <a:solidFill>
                <a:srgbClr val="000000"/>
              </a:solidFill>
              <a:effectLst/>
              <a:uFillTx/>
              <a:latin typeface="Arial"/>
            </a:endParaRPr>
          </a:p>
          <a:p>
            <a:pPr marL="2743200" lvl="5"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Sixth Outline Level</a:t>
            </a:r>
            <a:endParaRPr lang="en-IN" sz="2400" b="0" u="none" strike="noStrike">
              <a:solidFill>
                <a:srgbClr val="000000"/>
              </a:solidFill>
              <a:effectLst/>
              <a:uFillTx/>
              <a:latin typeface="Arial"/>
            </a:endParaRPr>
          </a:p>
          <a:p>
            <a:pPr marL="3200400" lvl="6"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Seventh Outline Level</a:t>
            </a:r>
            <a:endParaRPr lang="en-IN" sz="2400" b="0" u="none" strike="noStrike">
              <a:solidFill>
                <a:srgbClr val="000000"/>
              </a:solidFill>
              <a:effectLst/>
              <a:uFillTx/>
              <a:latin typeface="Arial"/>
            </a:endParaRPr>
          </a:p>
        </p:txBody>
      </p:sp>
      <p:sp>
        <p:nvSpPr>
          <p:cNvPr id="25" name="PlaceHolder 3"/>
          <p:cNvSpPr>
            <a:spLocks noGrp="1"/>
          </p:cNvSpPr>
          <p:nvPr>
            <p:ph type="dt" idx="13"/>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26" name="PlaceHolder 4"/>
          <p:cNvSpPr>
            <a:spLocks noGrp="1"/>
          </p:cNvSpPr>
          <p:nvPr>
            <p:ph type="ftr" idx="1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27" name="PlaceHolder 5"/>
          <p:cNvSpPr>
            <a:spLocks noGrp="1"/>
          </p:cNvSpPr>
          <p:nvPr>
            <p:ph type="sldNum" idx="15"/>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394956E0-B1FE-4A6F-B685-D727CCFA501E}"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_OBJECTS">
    <p:bg>
      <p:bgPr>
        <a:solidFill>
          <a:schemeClr val="lt1"/>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29" name="PlaceHolder 2"/>
          <p:cNvSpPr>
            <a:spLocks noGrp="1"/>
          </p:cNvSpPr>
          <p:nvPr>
            <p:ph type="body"/>
          </p:nvPr>
        </p:nvSpPr>
        <p:spPr>
          <a:xfrm>
            <a:off x="838080" y="1825560"/>
            <a:ext cx="5180760" cy="4350600"/>
          </a:xfrm>
          <a:prstGeom prst="rect">
            <a:avLst/>
          </a:prstGeom>
          <a:noFill/>
          <a:ln w="0">
            <a:noFill/>
          </a:ln>
        </p:spPr>
        <p:txBody>
          <a:bodyPr lIns="91440" tIns="45720" rIns="91440" bIns="45720" anchor="t">
            <a:normAutofit fontScale="85000" lnSpcReduction="9999"/>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30" name="PlaceHolder 3"/>
          <p:cNvSpPr>
            <a:spLocks noGrp="1"/>
          </p:cNvSpPr>
          <p:nvPr>
            <p:ph type="body"/>
          </p:nvPr>
        </p:nvSpPr>
        <p:spPr>
          <a:xfrm>
            <a:off x="6172200" y="1825560"/>
            <a:ext cx="5180760" cy="4350600"/>
          </a:xfrm>
          <a:prstGeom prst="rect">
            <a:avLst/>
          </a:prstGeom>
          <a:noFill/>
          <a:ln w="0">
            <a:noFill/>
          </a:ln>
        </p:spPr>
        <p:txBody>
          <a:bodyPr lIns="91440" tIns="45720" rIns="91440" bIns="45720" anchor="t">
            <a:normAutofit fontScale="85000" lnSpcReduction="9999"/>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31" name="PlaceHolder 4"/>
          <p:cNvSpPr>
            <a:spLocks noGrp="1"/>
          </p:cNvSpPr>
          <p:nvPr>
            <p:ph type="dt" idx="16"/>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32" name="PlaceHolder 5"/>
          <p:cNvSpPr>
            <a:spLocks noGrp="1"/>
          </p:cNvSpPr>
          <p:nvPr>
            <p:ph type="ftr" idx="1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33" name="PlaceHolder 6"/>
          <p:cNvSpPr>
            <a:spLocks noGrp="1"/>
          </p:cNvSpPr>
          <p:nvPr>
            <p:ph type="sldNum" idx="18"/>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34E71F42-781D-4586-8F38-2F21194369FD}"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_OBJECTS_WITH_TEXT">
    <p:bg>
      <p:bgPr>
        <a:solidFill>
          <a:schemeClr val="lt1"/>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9880" y="365040"/>
            <a:ext cx="10514880" cy="132480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35" name="PlaceHolder 2"/>
          <p:cNvSpPr>
            <a:spLocks noGrp="1"/>
          </p:cNvSpPr>
          <p:nvPr>
            <p:ph type="body"/>
          </p:nvPr>
        </p:nvSpPr>
        <p:spPr>
          <a:xfrm>
            <a:off x="839880" y="1681200"/>
            <a:ext cx="5157000" cy="823320"/>
          </a:xfrm>
          <a:prstGeom prst="rect">
            <a:avLst/>
          </a:prstGeom>
          <a:noFill/>
          <a:ln w="0">
            <a:noFill/>
          </a:ln>
        </p:spPr>
        <p:txBody>
          <a:bodyPr lIns="91440" tIns="45720" rIns="91440" bIns="45720" anchor="b">
            <a:normAutofit fontScale="25000" lnSpcReduction="19999"/>
          </a:bodyPr>
          <a:lstStyle>
            <a:lvl1pPr algn="l">
              <a:lnSpc>
                <a:spcPct val="100000"/>
              </a:lnSpc>
              <a:spcBef>
                <a:spcPts val="1417"/>
              </a:spcBef>
              <a:buClr>
                <a:srgbClr val="000000"/>
              </a:buClr>
              <a:buSzPct val="45000"/>
              <a:buFont typeface="Wingdings" charset="2"/>
              <a:buChar char=""/>
              <a:defRPr lang="en-IN" sz="24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4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4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7pPr>
          </a:lstStyle>
          <a:p>
            <a:pPr marL="457200" indent="-228600" algn="l">
              <a:lnSpc>
                <a:spcPct val="100000"/>
              </a:lnSpc>
              <a:spcBef>
                <a:spcPts val="1417"/>
              </a:spcBef>
              <a:buClr>
                <a:srgbClr val="000000"/>
              </a:buClr>
              <a:buSzPct val="45000"/>
              <a:buFont typeface="Wingdings" charset="2"/>
              <a:buChar char=""/>
            </a:pPr>
            <a:r>
              <a:rPr lang="en-IN" sz="2400" b="0" u="none" strike="noStrike">
                <a:solidFill>
                  <a:srgbClr val="000000"/>
                </a:solidFill>
                <a:effectLst/>
                <a:uFillTx/>
                <a:latin typeface="Arial"/>
              </a:rPr>
              <a:t>Click to edit the outline text format</a:t>
            </a:r>
            <a:endParaRPr lang="en-IN" sz="2400" b="0" u="none" strike="noStrike">
              <a:solidFill>
                <a:srgbClr val="000000"/>
              </a:solidFill>
              <a:effectLst/>
              <a:uFillTx/>
              <a:latin typeface="Arial"/>
            </a:endParaRPr>
          </a:p>
          <a:p>
            <a:pPr marL="914400" lvl="1" indent="-228600" algn="l">
              <a:lnSpc>
                <a:spcPct val="100000"/>
              </a:lnSpc>
              <a:spcBef>
                <a:spcPts val="1134"/>
              </a:spcBef>
              <a:buClr>
                <a:srgbClr val="000000"/>
              </a:buClr>
              <a:buSzPct val="75000"/>
              <a:buFont typeface="Symbol" charset="2"/>
              <a:buChar char=""/>
            </a:pPr>
            <a:r>
              <a:rPr lang="en-IN" sz="2400" b="0" u="none" strike="noStrike">
                <a:solidFill>
                  <a:srgbClr val="000000"/>
                </a:solidFill>
                <a:effectLst/>
                <a:uFillTx/>
                <a:latin typeface="Arial"/>
              </a:rPr>
              <a:t>Second Outline Level</a:t>
            </a:r>
            <a:endParaRPr lang="en-IN" sz="2400" b="0" u="none" strike="noStrike">
              <a:solidFill>
                <a:srgbClr val="000000"/>
              </a:solidFill>
              <a:effectLst/>
              <a:uFillTx/>
              <a:latin typeface="Arial"/>
            </a:endParaRPr>
          </a:p>
          <a:p>
            <a:pPr marL="1371600" lvl="2" indent="-228600" algn="l">
              <a:lnSpc>
                <a:spcPct val="100000"/>
              </a:lnSpc>
              <a:spcBef>
                <a:spcPts val="850"/>
              </a:spcBef>
              <a:buClr>
                <a:srgbClr val="000000"/>
              </a:buClr>
              <a:buSzPct val="45000"/>
              <a:buFont typeface="Wingdings" charset="2"/>
              <a:buChar char=""/>
            </a:pPr>
            <a:r>
              <a:rPr lang="en-IN" sz="2400" b="0" u="none" strike="noStrike">
                <a:solidFill>
                  <a:srgbClr val="000000"/>
                </a:solidFill>
                <a:effectLst/>
                <a:uFillTx/>
                <a:latin typeface="Arial"/>
              </a:rPr>
              <a:t>Third Outline Level</a:t>
            </a:r>
            <a:endParaRPr lang="en-IN" sz="2400" b="0" u="none" strike="noStrike">
              <a:solidFill>
                <a:srgbClr val="000000"/>
              </a:solidFill>
              <a:effectLst/>
              <a:uFillTx/>
              <a:latin typeface="Arial"/>
            </a:endParaRPr>
          </a:p>
          <a:p>
            <a:pPr marL="1828800" lvl="3" indent="-228600" algn="l">
              <a:lnSpc>
                <a:spcPct val="100000"/>
              </a:lnSpc>
              <a:spcBef>
                <a:spcPts val="567"/>
              </a:spcBef>
              <a:buClr>
                <a:srgbClr val="000000"/>
              </a:buClr>
              <a:buSzPct val="75000"/>
              <a:buFont typeface="Symbol" charset="2"/>
              <a:buChar char=""/>
            </a:pPr>
            <a:r>
              <a:rPr lang="en-IN" sz="2400" b="0" u="none" strike="noStrike">
                <a:solidFill>
                  <a:srgbClr val="000000"/>
                </a:solidFill>
                <a:effectLst/>
                <a:uFillTx/>
                <a:latin typeface="Arial"/>
              </a:rPr>
              <a:t>Fourth Outline Level</a:t>
            </a:r>
            <a:endParaRPr lang="en-IN" sz="2400" b="0" u="none" strike="noStrike">
              <a:solidFill>
                <a:srgbClr val="000000"/>
              </a:solidFill>
              <a:effectLst/>
              <a:uFillTx/>
              <a:latin typeface="Arial"/>
            </a:endParaRPr>
          </a:p>
          <a:p>
            <a:pPr marL="2286000" lvl="4"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Fifth Outline Level</a:t>
            </a:r>
            <a:endParaRPr lang="en-IN" sz="2400" b="0" u="none" strike="noStrike">
              <a:solidFill>
                <a:srgbClr val="000000"/>
              </a:solidFill>
              <a:effectLst/>
              <a:uFillTx/>
              <a:latin typeface="Arial"/>
            </a:endParaRPr>
          </a:p>
          <a:p>
            <a:pPr marL="2743200" lvl="5"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Sixth Outline Level</a:t>
            </a:r>
            <a:endParaRPr lang="en-IN" sz="2400" b="0" u="none" strike="noStrike">
              <a:solidFill>
                <a:srgbClr val="000000"/>
              </a:solidFill>
              <a:effectLst/>
              <a:uFillTx/>
              <a:latin typeface="Arial"/>
            </a:endParaRPr>
          </a:p>
          <a:p>
            <a:pPr marL="3200400" lvl="6"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Seventh Outline Level</a:t>
            </a:r>
            <a:endParaRPr lang="en-IN" sz="2400" b="0" u="none" strike="noStrike">
              <a:solidFill>
                <a:srgbClr val="000000"/>
              </a:solidFill>
              <a:effectLst/>
              <a:uFillTx/>
              <a:latin typeface="Arial"/>
            </a:endParaRPr>
          </a:p>
        </p:txBody>
      </p:sp>
      <p:sp>
        <p:nvSpPr>
          <p:cNvPr id="36" name="PlaceHolder 3"/>
          <p:cNvSpPr>
            <a:spLocks noGrp="1"/>
          </p:cNvSpPr>
          <p:nvPr>
            <p:ph type="body"/>
          </p:nvPr>
        </p:nvSpPr>
        <p:spPr>
          <a:xfrm>
            <a:off x="839880" y="2505240"/>
            <a:ext cx="5157000" cy="3683880"/>
          </a:xfrm>
          <a:prstGeom prst="rect">
            <a:avLst/>
          </a:prstGeom>
          <a:noFill/>
          <a:ln w="0">
            <a:noFill/>
          </a:ln>
        </p:spPr>
        <p:txBody>
          <a:bodyPr lIns="91440" tIns="45720" rIns="91440" bIns="45720" anchor="t">
            <a:normAutofit fontScale="85000" lnSpcReduction="19999"/>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37" name="PlaceHolder 4"/>
          <p:cNvSpPr>
            <a:spLocks noGrp="1"/>
          </p:cNvSpPr>
          <p:nvPr>
            <p:ph type="body"/>
          </p:nvPr>
        </p:nvSpPr>
        <p:spPr>
          <a:xfrm>
            <a:off x="6172200" y="1681200"/>
            <a:ext cx="5182560" cy="823320"/>
          </a:xfrm>
          <a:prstGeom prst="rect">
            <a:avLst/>
          </a:prstGeom>
          <a:noFill/>
          <a:ln w="0">
            <a:noFill/>
          </a:ln>
        </p:spPr>
        <p:txBody>
          <a:bodyPr lIns="91440" tIns="45720" rIns="91440" bIns="45720" anchor="b">
            <a:normAutofit fontScale="25000" lnSpcReduction="19999"/>
          </a:bodyPr>
          <a:lstStyle>
            <a:lvl1pPr algn="l">
              <a:lnSpc>
                <a:spcPct val="100000"/>
              </a:lnSpc>
              <a:spcBef>
                <a:spcPts val="1417"/>
              </a:spcBef>
              <a:buClr>
                <a:srgbClr val="000000"/>
              </a:buClr>
              <a:buSzPct val="45000"/>
              <a:buFont typeface="Wingdings" charset="2"/>
              <a:buChar char=""/>
              <a:defRPr lang="en-IN" sz="24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4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4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400" b="0" u="none" strike="noStrike">
                <a:solidFill>
                  <a:srgbClr val="000000"/>
                </a:solidFill>
                <a:effectLst/>
                <a:uFillTx/>
                <a:latin typeface="Arial"/>
              </a:defRPr>
            </a:lvl7pPr>
          </a:lstStyle>
          <a:p>
            <a:pPr marL="457200" indent="-228600" algn="l">
              <a:lnSpc>
                <a:spcPct val="100000"/>
              </a:lnSpc>
              <a:spcBef>
                <a:spcPts val="1417"/>
              </a:spcBef>
              <a:buClr>
                <a:srgbClr val="000000"/>
              </a:buClr>
              <a:buSzPct val="45000"/>
              <a:buFont typeface="Wingdings" charset="2"/>
              <a:buChar char=""/>
            </a:pPr>
            <a:r>
              <a:rPr lang="en-IN" sz="2400" b="0" u="none" strike="noStrike">
                <a:solidFill>
                  <a:srgbClr val="000000"/>
                </a:solidFill>
                <a:effectLst/>
                <a:uFillTx/>
                <a:latin typeface="Arial"/>
              </a:rPr>
              <a:t>Click to edit the outline text format</a:t>
            </a:r>
            <a:endParaRPr lang="en-IN" sz="2400" b="0" u="none" strike="noStrike">
              <a:solidFill>
                <a:srgbClr val="000000"/>
              </a:solidFill>
              <a:effectLst/>
              <a:uFillTx/>
              <a:latin typeface="Arial"/>
            </a:endParaRPr>
          </a:p>
          <a:p>
            <a:pPr marL="914400" lvl="1" indent="-228600" algn="l">
              <a:lnSpc>
                <a:spcPct val="100000"/>
              </a:lnSpc>
              <a:spcBef>
                <a:spcPts val="1134"/>
              </a:spcBef>
              <a:buClr>
                <a:srgbClr val="000000"/>
              </a:buClr>
              <a:buSzPct val="75000"/>
              <a:buFont typeface="Symbol" charset="2"/>
              <a:buChar char=""/>
            </a:pPr>
            <a:r>
              <a:rPr lang="en-IN" sz="2400" b="0" u="none" strike="noStrike">
                <a:solidFill>
                  <a:srgbClr val="000000"/>
                </a:solidFill>
                <a:effectLst/>
                <a:uFillTx/>
                <a:latin typeface="Arial"/>
              </a:rPr>
              <a:t>Second Outline Level</a:t>
            </a:r>
            <a:endParaRPr lang="en-IN" sz="2400" b="0" u="none" strike="noStrike">
              <a:solidFill>
                <a:srgbClr val="000000"/>
              </a:solidFill>
              <a:effectLst/>
              <a:uFillTx/>
              <a:latin typeface="Arial"/>
            </a:endParaRPr>
          </a:p>
          <a:p>
            <a:pPr marL="1371600" lvl="2" indent="-228600" algn="l">
              <a:lnSpc>
                <a:spcPct val="100000"/>
              </a:lnSpc>
              <a:spcBef>
                <a:spcPts val="850"/>
              </a:spcBef>
              <a:buClr>
                <a:srgbClr val="000000"/>
              </a:buClr>
              <a:buSzPct val="45000"/>
              <a:buFont typeface="Wingdings" charset="2"/>
              <a:buChar char=""/>
            </a:pPr>
            <a:r>
              <a:rPr lang="en-IN" sz="2400" b="0" u="none" strike="noStrike">
                <a:solidFill>
                  <a:srgbClr val="000000"/>
                </a:solidFill>
                <a:effectLst/>
                <a:uFillTx/>
                <a:latin typeface="Arial"/>
              </a:rPr>
              <a:t>Third Outline Level</a:t>
            </a:r>
            <a:endParaRPr lang="en-IN" sz="2400" b="0" u="none" strike="noStrike">
              <a:solidFill>
                <a:srgbClr val="000000"/>
              </a:solidFill>
              <a:effectLst/>
              <a:uFillTx/>
              <a:latin typeface="Arial"/>
            </a:endParaRPr>
          </a:p>
          <a:p>
            <a:pPr marL="1828800" lvl="3" indent="-228600" algn="l">
              <a:lnSpc>
                <a:spcPct val="100000"/>
              </a:lnSpc>
              <a:spcBef>
                <a:spcPts val="567"/>
              </a:spcBef>
              <a:buClr>
                <a:srgbClr val="000000"/>
              </a:buClr>
              <a:buSzPct val="75000"/>
              <a:buFont typeface="Symbol" charset="2"/>
              <a:buChar char=""/>
            </a:pPr>
            <a:r>
              <a:rPr lang="en-IN" sz="2400" b="0" u="none" strike="noStrike">
                <a:solidFill>
                  <a:srgbClr val="000000"/>
                </a:solidFill>
                <a:effectLst/>
                <a:uFillTx/>
                <a:latin typeface="Arial"/>
              </a:rPr>
              <a:t>Fourth Outline Level</a:t>
            </a:r>
            <a:endParaRPr lang="en-IN" sz="2400" b="0" u="none" strike="noStrike">
              <a:solidFill>
                <a:srgbClr val="000000"/>
              </a:solidFill>
              <a:effectLst/>
              <a:uFillTx/>
              <a:latin typeface="Arial"/>
            </a:endParaRPr>
          </a:p>
          <a:p>
            <a:pPr marL="2286000" lvl="4"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Fifth Outline Level</a:t>
            </a:r>
            <a:endParaRPr lang="en-IN" sz="2400" b="0" u="none" strike="noStrike">
              <a:solidFill>
                <a:srgbClr val="000000"/>
              </a:solidFill>
              <a:effectLst/>
              <a:uFillTx/>
              <a:latin typeface="Arial"/>
            </a:endParaRPr>
          </a:p>
          <a:p>
            <a:pPr marL="2743200" lvl="5"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Sixth Outline Level</a:t>
            </a:r>
            <a:endParaRPr lang="en-IN" sz="2400" b="0" u="none" strike="noStrike">
              <a:solidFill>
                <a:srgbClr val="000000"/>
              </a:solidFill>
              <a:effectLst/>
              <a:uFillTx/>
              <a:latin typeface="Arial"/>
            </a:endParaRPr>
          </a:p>
          <a:p>
            <a:pPr marL="3200400" lvl="6" indent="-228600" algn="l">
              <a:lnSpc>
                <a:spcPct val="100000"/>
              </a:lnSpc>
              <a:spcBef>
                <a:spcPts val="283"/>
              </a:spcBef>
              <a:buClr>
                <a:srgbClr val="000000"/>
              </a:buClr>
              <a:buSzPct val="45000"/>
              <a:buFont typeface="Wingdings" charset="2"/>
              <a:buChar char=""/>
            </a:pPr>
            <a:r>
              <a:rPr lang="en-IN" sz="2400" b="0" u="none" strike="noStrike">
                <a:solidFill>
                  <a:srgbClr val="000000"/>
                </a:solidFill>
                <a:effectLst/>
                <a:uFillTx/>
                <a:latin typeface="Arial"/>
              </a:rPr>
              <a:t>Seventh Outline Level</a:t>
            </a:r>
            <a:endParaRPr lang="en-IN" sz="2400" b="0" u="none" strike="noStrike">
              <a:solidFill>
                <a:srgbClr val="000000"/>
              </a:solidFill>
              <a:effectLst/>
              <a:uFillTx/>
              <a:latin typeface="Arial"/>
            </a:endParaRPr>
          </a:p>
        </p:txBody>
      </p:sp>
      <p:sp>
        <p:nvSpPr>
          <p:cNvPr id="38" name="PlaceHolder 5"/>
          <p:cNvSpPr>
            <a:spLocks noGrp="1"/>
          </p:cNvSpPr>
          <p:nvPr>
            <p:ph type="body"/>
          </p:nvPr>
        </p:nvSpPr>
        <p:spPr>
          <a:xfrm>
            <a:off x="6172200" y="2505240"/>
            <a:ext cx="5182560" cy="3683880"/>
          </a:xfrm>
          <a:prstGeom prst="rect">
            <a:avLst/>
          </a:prstGeom>
          <a:noFill/>
          <a:ln w="0">
            <a:noFill/>
          </a:ln>
        </p:spPr>
        <p:txBody>
          <a:bodyPr lIns="91440" tIns="45720" rIns="91440" bIns="45720" anchor="t">
            <a:normAutofit fontScale="85000" lnSpcReduction="19999"/>
          </a:bodyPr>
          <a:lstStyle>
            <a:lvl1pPr algn="l">
              <a:lnSpc>
                <a:spcPct val="100000"/>
              </a:lnSpc>
              <a:spcBef>
                <a:spcPts val="1417"/>
              </a:spcBef>
              <a:buClr>
                <a:srgbClr val="000000"/>
              </a:buClr>
              <a:buSzPct val="45000"/>
              <a:buFont typeface="Wingdings" charset="2"/>
              <a:buChar char=""/>
              <a:defRPr lang="en-IN" sz="28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28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28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2800" b="0" u="none" strike="noStrike">
                <a:solidFill>
                  <a:srgbClr val="000000"/>
                </a:solidFill>
                <a:effectLst/>
                <a:uFillTx/>
                <a:latin typeface="Arial"/>
              </a:defRPr>
            </a:lvl7pPr>
          </a:lstStyle>
          <a:p>
            <a:pPr marL="457200" indent="-343080" algn="l">
              <a:lnSpc>
                <a:spcPct val="100000"/>
              </a:lnSpc>
              <a:spcBef>
                <a:spcPts val="1417"/>
              </a:spcBef>
              <a:buClr>
                <a:srgbClr val="000000"/>
              </a:buClr>
              <a:buSzPct val="45000"/>
              <a:buFont typeface="Wingdings" charset="2"/>
              <a:buChar char=""/>
            </a:pPr>
            <a:r>
              <a:rPr lang="en-IN" sz="2800" b="0" u="none" strike="noStrike">
                <a:solidFill>
                  <a:srgbClr val="000000"/>
                </a:solidFill>
                <a:effectLst/>
                <a:uFillTx/>
                <a:latin typeface="Arial"/>
              </a:rPr>
              <a:t>Click to edit the outline text format</a:t>
            </a:r>
            <a:endParaRPr lang="en-IN" sz="2800" b="0" u="none" strike="noStrike">
              <a:solidFill>
                <a:srgbClr val="000000"/>
              </a:solidFill>
              <a:effectLst/>
              <a:uFillTx/>
              <a:latin typeface="Arial"/>
            </a:endParaRPr>
          </a:p>
          <a:p>
            <a:pPr marL="914400" lvl="1" indent="-343080" algn="l">
              <a:lnSpc>
                <a:spcPct val="100000"/>
              </a:lnSpc>
              <a:spcBef>
                <a:spcPts val="1134"/>
              </a:spcBef>
              <a:buClr>
                <a:srgbClr val="000000"/>
              </a:buClr>
              <a:buSzPct val="75000"/>
              <a:buFont typeface="Symbol" charset="2"/>
              <a:buChar char=""/>
            </a:pPr>
            <a:r>
              <a:rPr lang="en-IN" sz="2800" b="0" u="none" strike="noStrike">
                <a:solidFill>
                  <a:srgbClr val="000000"/>
                </a:solidFill>
                <a:effectLst/>
                <a:uFillTx/>
                <a:latin typeface="Arial"/>
              </a:rPr>
              <a:t>Second Outline Level</a:t>
            </a:r>
            <a:endParaRPr lang="en-IN" sz="2800" b="0" u="none" strike="noStrike">
              <a:solidFill>
                <a:srgbClr val="000000"/>
              </a:solidFill>
              <a:effectLst/>
              <a:uFillTx/>
              <a:latin typeface="Arial"/>
            </a:endParaRPr>
          </a:p>
          <a:p>
            <a:pPr marL="1371600" lvl="2" indent="-343080" algn="l">
              <a:lnSpc>
                <a:spcPct val="100000"/>
              </a:lnSpc>
              <a:spcBef>
                <a:spcPts val="850"/>
              </a:spcBef>
              <a:buClr>
                <a:srgbClr val="000000"/>
              </a:buClr>
              <a:buSzPct val="45000"/>
              <a:buFont typeface="Wingdings" charset="2"/>
              <a:buChar char=""/>
            </a:pPr>
            <a:r>
              <a:rPr lang="en-IN" sz="2800" b="0" u="none" strike="noStrike">
                <a:solidFill>
                  <a:srgbClr val="000000"/>
                </a:solidFill>
                <a:effectLst/>
                <a:uFillTx/>
                <a:latin typeface="Arial"/>
              </a:rPr>
              <a:t>Third Outline Level</a:t>
            </a:r>
            <a:endParaRPr lang="en-IN" sz="2800" b="0" u="none" strike="noStrike">
              <a:solidFill>
                <a:srgbClr val="000000"/>
              </a:solidFill>
              <a:effectLst/>
              <a:uFillTx/>
              <a:latin typeface="Arial"/>
            </a:endParaRPr>
          </a:p>
          <a:p>
            <a:pPr marL="1828800" lvl="3" indent="-343080" algn="l">
              <a:lnSpc>
                <a:spcPct val="100000"/>
              </a:lnSpc>
              <a:spcBef>
                <a:spcPts val="567"/>
              </a:spcBef>
              <a:buClr>
                <a:srgbClr val="000000"/>
              </a:buClr>
              <a:buSzPct val="75000"/>
              <a:buFont typeface="Symbol" charset="2"/>
              <a:buChar char=""/>
            </a:pPr>
            <a:r>
              <a:rPr lang="en-IN" sz="2800" b="0" u="none" strike="noStrike">
                <a:solidFill>
                  <a:srgbClr val="000000"/>
                </a:solidFill>
                <a:effectLst/>
                <a:uFillTx/>
                <a:latin typeface="Arial"/>
              </a:rPr>
              <a:t>Fourth Outline Level</a:t>
            </a:r>
            <a:endParaRPr lang="en-IN" sz="2800" b="0" u="none" strike="noStrike">
              <a:solidFill>
                <a:srgbClr val="000000"/>
              </a:solidFill>
              <a:effectLst/>
              <a:uFillTx/>
              <a:latin typeface="Arial"/>
            </a:endParaRPr>
          </a:p>
          <a:p>
            <a:pPr marL="2286000" lvl="4"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Fifth Outline Level</a:t>
            </a:r>
            <a:endParaRPr lang="en-IN" sz="2800" b="0" u="none" strike="noStrike">
              <a:solidFill>
                <a:srgbClr val="000000"/>
              </a:solidFill>
              <a:effectLst/>
              <a:uFillTx/>
              <a:latin typeface="Arial"/>
            </a:endParaRPr>
          </a:p>
          <a:p>
            <a:pPr marL="2743200" lvl="5"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Sixth Outline Level</a:t>
            </a:r>
            <a:endParaRPr lang="en-IN" sz="2800" b="0" u="none" strike="noStrike">
              <a:solidFill>
                <a:srgbClr val="000000"/>
              </a:solidFill>
              <a:effectLst/>
              <a:uFillTx/>
              <a:latin typeface="Arial"/>
            </a:endParaRPr>
          </a:p>
          <a:p>
            <a:pPr marL="3200400" lvl="6" indent="-343080" algn="l">
              <a:lnSpc>
                <a:spcPct val="100000"/>
              </a:lnSpc>
              <a:spcBef>
                <a:spcPts val="283"/>
              </a:spcBef>
              <a:buClr>
                <a:srgbClr val="000000"/>
              </a:buClr>
              <a:buSzPct val="45000"/>
              <a:buFont typeface="Wingdings" charset="2"/>
              <a:buChar char=""/>
            </a:pPr>
            <a:r>
              <a:rPr lang="en-IN" sz="2800" b="0" u="none" strike="noStrike">
                <a:solidFill>
                  <a:srgbClr val="000000"/>
                </a:solidFill>
                <a:effectLst/>
                <a:uFillTx/>
                <a:latin typeface="Arial"/>
              </a:rPr>
              <a:t>Seventh Outline Level</a:t>
            </a:r>
            <a:endParaRPr lang="en-IN" sz="2800" b="0" u="none" strike="noStrike">
              <a:solidFill>
                <a:srgbClr val="000000"/>
              </a:solidFill>
              <a:effectLst/>
              <a:uFillTx/>
              <a:latin typeface="Arial"/>
            </a:endParaRPr>
          </a:p>
        </p:txBody>
      </p:sp>
      <p:sp>
        <p:nvSpPr>
          <p:cNvPr id="39" name="PlaceHolder 6"/>
          <p:cNvSpPr>
            <a:spLocks noGrp="1"/>
          </p:cNvSpPr>
          <p:nvPr>
            <p:ph type="dt" idx="19"/>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40" name="PlaceHolder 7"/>
          <p:cNvSpPr>
            <a:spLocks noGrp="1"/>
          </p:cNvSpPr>
          <p:nvPr>
            <p:ph type="ftr" idx="2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41" name="PlaceHolder 8"/>
          <p:cNvSpPr>
            <a:spLocks noGrp="1"/>
          </p:cNvSpPr>
          <p:nvPr>
            <p:ph type="sldNum" idx="21"/>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3C6AB97A-8C60-4202-AA87-A27F58CC5601}"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bg>
      <p:bgPr>
        <a:solidFill>
          <a:schemeClr val="lt1"/>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rmAutofit/>
          </a:bodyPr>
          <a:lstStyle>
            <a:lvl1pPr indent="0" algn="l">
              <a:lnSpc>
                <a:spcPct val="100000"/>
              </a:lnSpc>
              <a:buNone/>
              <a:tabLst>
                <a:tab pos="0" algn="l"/>
              </a:tabLst>
              <a:defRPr lang="en-IN" sz="4400" b="0" u="none" strike="noStrike">
                <a:solidFill>
                  <a:srgbClr val="000000"/>
                </a:solidFill>
                <a:effectLst/>
                <a:uFillTx/>
                <a:latin typeface="Arial"/>
              </a:defRPr>
            </a:lvl1pPr>
          </a:lstStyle>
          <a:p>
            <a:pPr indent="0" algn="l">
              <a:lnSpc>
                <a:spcPct val="100000"/>
              </a:lnSpc>
              <a:buNone/>
              <a:tabLst>
                <a:tab pos="0" algn="l"/>
              </a:tabLst>
            </a:pPr>
            <a:r>
              <a:rPr lang="en-IN" sz="4400" b="0" u="none" strike="noStrike">
                <a:solidFill>
                  <a:srgbClr val="000000"/>
                </a:solidFill>
                <a:effectLst/>
                <a:uFillTx/>
                <a:latin typeface="Arial"/>
              </a:rPr>
              <a:t>Click to edit the title text format</a:t>
            </a:r>
            <a:endParaRPr lang="en-IN" sz="4400" b="0" u="none" strike="noStrike">
              <a:solidFill>
                <a:srgbClr val="000000"/>
              </a:solidFill>
              <a:effectLst/>
              <a:uFillTx/>
              <a:latin typeface="Arial"/>
            </a:endParaRPr>
          </a:p>
        </p:txBody>
      </p:sp>
      <p:sp>
        <p:nvSpPr>
          <p:cNvPr id="43" name="PlaceHolder 2"/>
          <p:cNvSpPr>
            <a:spLocks noGrp="1"/>
          </p:cNvSpPr>
          <p:nvPr>
            <p:ph type="dt" idx="22"/>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44" name="PlaceHolder 3"/>
          <p:cNvSpPr>
            <a:spLocks noGrp="1"/>
          </p:cNvSpPr>
          <p:nvPr>
            <p:ph type="ftr" idx="2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45" name="PlaceHolder 4"/>
          <p:cNvSpPr>
            <a:spLocks noGrp="1"/>
          </p:cNvSpPr>
          <p:nvPr>
            <p:ph type="sldNum" idx="24"/>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56F3FB0A-9E98-4711-BB58-F124F223434E}"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chemeClr val="lt1"/>
        </a:solidFill>
      </p:bgPr>
    </p:bg>
    <p:spTree>
      <p:nvGrpSpPr>
        <p:cNvPr id="1" name=""/>
        <p:cNvGrpSpPr/>
        <p:nvPr/>
      </p:nvGrpSpPr>
      <p:grpSpPr>
        <a:xfrm>
          <a:off x="0" y="0"/>
          <a:ext cx="0" cy="0"/>
          <a:chOff x="0" y="0"/>
          <a:chExt cx="0" cy="0"/>
        </a:xfrm>
      </p:grpSpPr>
      <p:sp>
        <p:nvSpPr>
          <p:cNvPr id="46" name="PlaceHolder 1"/>
          <p:cNvSpPr>
            <a:spLocks noGrp="1"/>
          </p:cNvSpPr>
          <p:nvPr>
            <p:ph type="dt" idx="25"/>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47" name="PlaceHolder 2"/>
          <p:cNvSpPr>
            <a:spLocks noGrp="1"/>
          </p:cNvSpPr>
          <p:nvPr>
            <p:ph type="ftr" idx="2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48" name="PlaceHolder 3"/>
          <p:cNvSpPr>
            <a:spLocks noGrp="1"/>
          </p:cNvSpPr>
          <p:nvPr>
            <p:ph type="sldNum" idx="27"/>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FD42B92B-3E68-47A1-9230-559AA5A1AC76}"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BJECT_WITH_CAPTION_TEXT">
    <p:bg>
      <p:bgPr>
        <a:solidFill>
          <a:schemeClr val="lt1"/>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rmAutofit/>
          </a:bodyPr>
          <a:lstStyle>
            <a:lvl1pPr indent="0" algn="l">
              <a:lnSpc>
                <a:spcPct val="100000"/>
              </a:lnSpc>
              <a:buNone/>
              <a:tabLst>
                <a:tab pos="0" algn="l"/>
              </a:tabLst>
              <a:defRPr lang="en-IN" sz="3200" b="0" u="none" strike="noStrike">
                <a:solidFill>
                  <a:srgbClr val="000000"/>
                </a:solidFill>
                <a:effectLst/>
                <a:uFillTx/>
                <a:latin typeface="Arial"/>
              </a:defRPr>
            </a:lvl1pPr>
          </a:lstStyle>
          <a:p>
            <a:pPr indent="0" algn="l">
              <a:lnSpc>
                <a:spcPct val="100000"/>
              </a:lnSpc>
              <a:buNone/>
              <a:tabLst>
                <a:tab pos="0" algn="l"/>
              </a:tabLst>
            </a:pPr>
            <a:r>
              <a:rPr lang="en-IN" sz="3200" b="0" u="none" strike="noStrike">
                <a:solidFill>
                  <a:srgbClr val="000000"/>
                </a:solidFill>
                <a:effectLst/>
                <a:uFillTx/>
                <a:latin typeface="Arial"/>
              </a:rPr>
              <a:t>Click to edit the title text format</a:t>
            </a:r>
            <a:endParaRPr lang="en-IN" sz="3200" b="0" u="none" strike="noStrike">
              <a:solidFill>
                <a:srgbClr val="000000"/>
              </a:solidFill>
              <a:effectLst/>
              <a:uFillTx/>
              <a:latin typeface="Arial"/>
            </a:endParaRPr>
          </a:p>
        </p:txBody>
      </p:sp>
      <p:sp>
        <p:nvSpPr>
          <p:cNvPr id="50" name="PlaceHolder 2"/>
          <p:cNvSpPr>
            <a:spLocks noGrp="1"/>
          </p:cNvSpPr>
          <p:nvPr>
            <p:ph type="body"/>
          </p:nvPr>
        </p:nvSpPr>
        <p:spPr>
          <a:xfrm>
            <a:off x="5183280" y="987480"/>
            <a:ext cx="6171480" cy="4872960"/>
          </a:xfrm>
          <a:prstGeom prst="rect">
            <a:avLst/>
          </a:prstGeom>
          <a:noFill/>
          <a:ln w="0">
            <a:noFill/>
          </a:ln>
        </p:spPr>
        <p:txBody>
          <a:bodyPr lIns="91440" tIns="45720" rIns="91440" bIns="45720" anchor="t">
            <a:normAutofit lnSpcReduction="9999"/>
          </a:bodyPr>
          <a:lstStyle>
            <a:lvl1pPr algn="l">
              <a:lnSpc>
                <a:spcPct val="100000"/>
              </a:lnSpc>
              <a:spcBef>
                <a:spcPts val="1417"/>
              </a:spcBef>
              <a:buClr>
                <a:srgbClr val="000000"/>
              </a:buClr>
              <a:buSzPct val="45000"/>
              <a:buFont typeface="Wingdings" charset="2"/>
              <a:buChar char=""/>
              <a:defRPr lang="en-IN" sz="32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32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32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32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32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32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3200" b="0" u="none" strike="noStrike">
                <a:solidFill>
                  <a:srgbClr val="000000"/>
                </a:solidFill>
                <a:effectLst/>
                <a:uFillTx/>
                <a:latin typeface="Arial"/>
              </a:defRPr>
            </a:lvl7pPr>
          </a:lstStyle>
          <a:p>
            <a:pPr marL="457200" indent="-431640" algn="l">
              <a:lnSpc>
                <a:spcPct val="100000"/>
              </a:lnSpc>
              <a:spcBef>
                <a:spcPts val="1417"/>
              </a:spcBef>
              <a:buClr>
                <a:srgbClr val="000000"/>
              </a:buClr>
              <a:buSzPct val="45000"/>
              <a:buFont typeface="Wingdings" charset="2"/>
              <a:buChar char=""/>
            </a:pPr>
            <a:r>
              <a:rPr lang="en-IN" sz="3200" b="0" u="none" strike="noStrike">
                <a:solidFill>
                  <a:srgbClr val="000000"/>
                </a:solidFill>
                <a:effectLst/>
                <a:uFillTx/>
                <a:latin typeface="Arial"/>
              </a:rPr>
              <a:t>Click to edit the outline text format</a:t>
            </a:r>
            <a:endParaRPr lang="en-IN" sz="3200" b="0" u="none" strike="noStrike">
              <a:solidFill>
                <a:srgbClr val="000000"/>
              </a:solidFill>
              <a:effectLst/>
              <a:uFillTx/>
              <a:latin typeface="Arial"/>
            </a:endParaRPr>
          </a:p>
          <a:p>
            <a:pPr marL="914400" lvl="1" indent="-406440" algn="l">
              <a:lnSpc>
                <a:spcPct val="100000"/>
              </a:lnSpc>
              <a:spcBef>
                <a:spcPts val="1134"/>
              </a:spcBef>
              <a:buClr>
                <a:srgbClr val="000000"/>
              </a:buClr>
              <a:buSzPct val="75000"/>
              <a:buFont typeface="Symbol" charset="2"/>
              <a:buChar char=""/>
            </a:pPr>
            <a:r>
              <a:rPr lang="en-IN" sz="3200" b="0" u="none" strike="noStrike">
                <a:solidFill>
                  <a:srgbClr val="000000"/>
                </a:solidFill>
                <a:effectLst/>
                <a:uFillTx/>
                <a:latin typeface="Arial"/>
              </a:rPr>
              <a:t>Second Outline Level</a:t>
            </a:r>
            <a:endParaRPr lang="en-IN" sz="3200" b="0" u="none" strike="noStrike">
              <a:solidFill>
                <a:srgbClr val="000000"/>
              </a:solidFill>
              <a:effectLst/>
              <a:uFillTx/>
              <a:latin typeface="Arial"/>
            </a:endParaRPr>
          </a:p>
          <a:p>
            <a:pPr marL="1371600" lvl="2" indent="-380880" algn="l">
              <a:lnSpc>
                <a:spcPct val="100000"/>
              </a:lnSpc>
              <a:spcBef>
                <a:spcPts val="850"/>
              </a:spcBef>
              <a:buClr>
                <a:srgbClr val="000000"/>
              </a:buClr>
              <a:buSzPct val="45000"/>
              <a:buFont typeface="Wingdings" charset="2"/>
              <a:buChar char=""/>
            </a:pPr>
            <a:r>
              <a:rPr lang="en-IN" sz="3200" b="0" u="none" strike="noStrike">
                <a:solidFill>
                  <a:srgbClr val="000000"/>
                </a:solidFill>
                <a:effectLst/>
                <a:uFillTx/>
                <a:latin typeface="Arial"/>
              </a:rPr>
              <a:t>Third Outline Level</a:t>
            </a:r>
            <a:endParaRPr lang="en-IN" sz="3200" b="0" u="none" strike="noStrike">
              <a:solidFill>
                <a:srgbClr val="000000"/>
              </a:solidFill>
              <a:effectLst/>
              <a:uFillTx/>
              <a:latin typeface="Arial"/>
            </a:endParaRPr>
          </a:p>
          <a:p>
            <a:pPr marL="1828800" lvl="3" indent="-355680" algn="l">
              <a:lnSpc>
                <a:spcPct val="100000"/>
              </a:lnSpc>
              <a:spcBef>
                <a:spcPts val="567"/>
              </a:spcBef>
              <a:buClr>
                <a:srgbClr val="000000"/>
              </a:buClr>
              <a:buSzPct val="75000"/>
              <a:buFont typeface="Symbol" charset="2"/>
              <a:buChar char=""/>
            </a:pPr>
            <a:r>
              <a:rPr lang="en-IN" sz="3200" b="0" u="none" strike="noStrike">
                <a:solidFill>
                  <a:srgbClr val="000000"/>
                </a:solidFill>
                <a:effectLst/>
                <a:uFillTx/>
                <a:latin typeface="Arial"/>
              </a:rPr>
              <a:t>Fourth Outline Level</a:t>
            </a:r>
            <a:endParaRPr lang="en-IN" sz="3200" b="0" u="none" strike="noStrike">
              <a:solidFill>
                <a:srgbClr val="000000"/>
              </a:solidFill>
              <a:effectLst/>
              <a:uFillTx/>
              <a:latin typeface="Arial"/>
            </a:endParaRPr>
          </a:p>
          <a:p>
            <a:pPr marL="2286000" lvl="4" indent="-355680" algn="l">
              <a:lnSpc>
                <a:spcPct val="100000"/>
              </a:lnSpc>
              <a:spcBef>
                <a:spcPts val="283"/>
              </a:spcBef>
              <a:buClr>
                <a:srgbClr val="000000"/>
              </a:buClr>
              <a:buSzPct val="45000"/>
              <a:buFont typeface="Wingdings" charset="2"/>
              <a:buChar char=""/>
            </a:pPr>
            <a:r>
              <a:rPr lang="en-IN" sz="3200" b="0" u="none" strike="noStrike">
                <a:solidFill>
                  <a:srgbClr val="000000"/>
                </a:solidFill>
                <a:effectLst/>
                <a:uFillTx/>
                <a:latin typeface="Arial"/>
              </a:rPr>
              <a:t>Fifth Outline Level</a:t>
            </a:r>
            <a:endParaRPr lang="en-IN" sz="3200" b="0" u="none" strike="noStrike">
              <a:solidFill>
                <a:srgbClr val="000000"/>
              </a:solidFill>
              <a:effectLst/>
              <a:uFillTx/>
              <a:latin typeface="Arial"/>
            </a:endParaRPr>
          </a:p>
          <a:p>
            <a:pPr marL="2743200" lvl="5" indent="-355680" algn="l">
              <a:lnSpc>
                <a:spcPct val="100000"/>
              </a:lnSpc>
              <a:spcBef>
                <a:spcPts val="283"/>
              </a:spcBef>
              <a:buClr>
                <a:srgbClr val="000000"/>
              </a:buClr>
              <a:buSzPct val="45000"/>
              <a:buFont typeface="Wingdings" charset="2"/>
              <a:buChar char=""/>
            </a:pPr>
            <a:r>
              <a:rPr lang="en-IN" sz="3200" b="0" u="none" strike="noStrike">
                <a:solidFill>
                  <a:srgbClr val="000000"/>
                </a:solidFill>
                <a:effectLst/>
                <a:uFillTx/>
                <a:latin typeface="Arial"/>
              </a:rPr>
              <a:t>Sixth Outline Level</a:t>
            </a:r>
            <a:endParaRPr lang="en-IN" sz="3200" b="0" u="none" strike="noStrike">
              <a:solidFill>
                <a:srgbClr val="000000"/>
              </a:solidFill>
              <a:effectLst/>
              <a:uFillTx/>
              <a:latin typeface="Arial"/>
            </a:endParaRPr>
          </a:p>
          <a:p>
            <a:pPr marL="3200400" lvl="6" indent="-355680" algn="l">
              <a:lnSpc>
                <a:spcPct val="100000"/>
              </a:lnSpc>
              <a:spcBef>
                <a:spcPts val="283"/>
              </a:spcBef>
              <a:buClr>
                <a:srgbClr val="000000"/>
              </a:buClr>
              <a:buSzPct val="45000"/>
              <a:buFont typeface="Wingdings" charset="2"/>
              <a:buChar char=""/>
            </a:pPr>
            <a:r>
              <a:rPr lang="en-IN" sz="3200" b="0" u="none" strike="noStrike">
                <a:solidFill>
                  <a:srgbClr val="000000"/>
                </a:solidFill>
                <a:effectLst/>
                <a:uFillTx/>
                <a:latin typeface="Arial"/>
              </a:rPr>
              <a:t>Seventh Outline Level</a:t>
            </a:r>
            <a:endParaRPr lang="en-IN" sz="3200" b="0" u="none" strike="noStrike">
              <a:solidFill>
                <a:srgbClr val="000000"/>
              </a:solidFill>
              <a:effectLst/>
              <a:uFillTx/>
              <a:latin typeface="Arial"/>
            </a:endParaRPr>
          </a:p>
        </p:txBody>
      </p:sp>
      <p:sp>
        <p:nvSpPr>
          <p:cNvPr id="51"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rmAutofit lnSpcReduction="9999"/>
          </a:bodyPr>
          <a:lstStyle>
            <a:lvl1pPr algn="l">
              <a:lnSpc>
                <a:spcPct val="100000"/>
              </a:lnSpc>
              <a:spcBef>
                <a:spcPts val="1417"/>
              </a:spcBef>
              <a:buClr>
                <a:srgbClr val="000000"/>
              </a:buClr>
              <a:buSzPct val="45000"/>
              <a:buFont typeface="Wingdings" charset="2"/>
              <a:buChar char=""/>
              <a:defRPr lang="en-IN" sz="16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IN" sz="16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IN" sz="16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IN" sz="16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IN" sz="1600" b="0" u="none" strike="noStrike">
                <a:solidFill>
                  <a:srgbClr val="000000"/>
                </a:solidFill>
                <a:effectLst/>
                <a:uFillTx/>
                <a:latin typeface="Arial"/>
              </a:defRPr>
            </a:lvl7pPr>
          </a:lstStyle>
          <a:p>
            <a:pPr marL="457200" indent="-228600" algn="l">
              <a:lnSpc>
                <a:spcPct val="100000"/>
              </a:lnSpc>
              <a:spcBef>
                <a:spcPts val="1417"/>
              </a:spcBef>
              <a:buClr>
                <a:srgbClr val="000000"/>
              </a:buClr>
              <a:buSzPct val="45000"/>
              <a:buFont typeface="Wingdings" charset="2"/>
              <a:buChar char=""/>
            </a:pPr>
            <a:r>
              <a:rPr lang="en-IN" sz="1600" b="0" u="none" strike="noStrike">
                <a:solidFill>
                  <a:srgbClr val="000000"/>
                </a:solidFill>
                <a:effectLst/>
                <a:uFillTx/>
                <a:latin typeface="Arial"/>
              </a:rPr>
              <a:t>Click to edit the outline text format</a:t>
            </a:r>
            <a:endParaRPr lang="en-IN" sz="1600" b="0" u="none" strike="noStrike">
              <a:solidFill>
                <a:srgbClr val="000000"/>
              </a:solidFill>
              <a:effectLst/>
              <a:uFillTx/>
              <a:latin typeface="Arial"/>
            </a:endParaRPr>
          </a:p>
          <a:p>
            <a:pPr marL="914400" lvl="1" indent="-228600" algn="l">
              <a:lnSpc>
                <a:spcPct val="100000"/>
              </a:lnSpc>
              <a:spcBef>
                <a:spcPts val="1134"/>
              </a:spcBef>
              <a:buClr>
                <a:srgbClr val="000000"/>
              </a:buClr>
              <a:buSzPct val="75000"/>
              <a:buFont typeface="Symbol" charset="2"/>
              <a:buChar char=""/>
            </a:pPr>
            <a:r>
              <a:rPr lang="en-IN" sz="1600" b="0" u="none" strike="noStrike">
                <a:solidFill>
                  <a:srgbClr val="000000"/>
                </a:solidFill>
                <a:effectLst/>
                <a:uFillTx/>
                <a:latin typeface="Arial"/>
              </a:rPr>
              <a:t>Second Outline Level</a:t>
            </a:r>
            <a:endParaRPr lang="en-IN" sz="1600" b="0" u="none" strike="noStrike">
              <a:solidFill>
                <a:srgbClr val="000000"/>
              </a:solidFill>
              <a:effectLst/>
              <a:uFillTx/>
              <a:latin typeface="Arial"/>
            </a:endParaRPr>
          </a:p>
          <a:p>
            <a:pPr marL="1371600" lvl="2" indent="-228600" algn="l">
              <a:lnSpc>
                <a:spcPct val="100000"/>
              </a:lnSpc>
              <a:spcBef>
                <a:spcPts val="850"/>
              </a:spcBef>
              <a:buClr>
                <a:srgbClr val="000000"/>
              </a:buClr>
              <a:buSzPct val="45000"/>
              <a:buFont typeface="Wingdings" charset="2"/>
              <a:buChar char=""/>
            </a:pPr>
            <a:r>
              <a:rPr lang="en-IN" sz="1600" b="0" u="none" strike="noStrike">
                <a:solidFill>
                  <a:srgbClr val="000000"/>
                </a:solidFill>
                <a:effectLst/>
                <a:uFillTx/>
                <a:latin typeface="Arial"/>
              </a:rPr>
              <a:t>Third Outline Level</a:t>
            </a:r>
            <a:endParaRPr lang="en-IN" sz="1600" b="0" u="none" strike="noStrike">
              <a:solidFill>
                <a:srgbClr val="000000"/>
              </a:solidFill>
              <a:effectLst/>
              <a:uFillTx/>
              <a:latin typeface="Arial"/>
            </a:endParaRPr>
          </a:p>
          <a:p>
            <a:pPr marL="1828800" lvl="3" indent="-228600" algn="l">
              <a:lnSpc>
                <a:spcPct val="100000"/>
              </a:lnSpc>
              <a:spcBef>
                <a:spcPts val="567"/>
              </a:spcBef>
              <a:buClr>
                <a:srgbClr val="000000"/>
              </a:buClr>
              <a:buSzPct val="75000"/>
              <a:buFont typeface="Symbol" charset="2"/>
              <a:buChar char=""/>
            </a:pPr>
            <a:r>
              <a:rPr lang="en-IN" sz="1600" b="0" u="none" strike="noStrike">
                <a:solidFill>
                  <a:srgbClr val="000000"/>
                </a:solidFill>
                <a:effectLst/>
                <a:uFillTx/>
                <a:latin typeface="Arial"/>
              </a:rPr>
              <a:t>Fourth Outline Level</a:t>
            </a:r>
            <a:endParaRPr lang="en-IN" sz="1600" b="0" u="none" strike="noStrike">
              <a:solidFill>
                <a:srgbClr val="000000"/>
              </a:solidFill>
              <a:effectLst/>
              <a:uFillTx/>
              <a:latin typeface="Arial"/>
            </a:endParaRPr>
          </a:p>
          <a:p>
            <a:pPr marL="2286000" lvl="4"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Fifth Outline Level</a:t>
            </a:r>
            <a:endParaRPr lang="en-IN" sz="1600" b="0" u="none" strike="noStrike">
              <a:solidFill>
                <a:srgbClr val="000000"/>
              </a:solidFill>
              <a:effectLst/>
              <a:uFillTx/>
              <a:latin typeface="Arial"/>
            </a:endParaRPr>
          </a:p>
          <a:p>
            <a:pPr marL="2743200" lvl="5"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Sixth Outline Level</a:t>
            </a:r>
            <a:endParaRPr lang="en-IN" sz="1600" b="0" u="none" strike="noStrike">
              <a:solidFill>
                <a:srgbClr val="000000"/>
              </a:solidFill>
              <a:effectLst/>
              <a:uFillTx/>
              <a:latin typeface="Arial"/>
            </a:endParaRPr>
          </a:p>
          <a:p>
            <a:pPr marL="3200400" lvl="6" indent="-228600" algn="l">
              <a:lnSpc>
                <a:spcPct val="100000"/>
              </a:lnSpc>
              <a:spcBef>
                <a:spcPts val="283"/>
              </a:spcBef>
              <a:buClr>
                <a:srgbClr val="000000"/>
              </a:buClr>
              <a:buSzPct val="45000"/>
              <a:buFont typeface="Wingdings" charset="2"/>
              <a:buChar char=""/>
            </a:pPr>
            <a:r>
              <a:rPr lang="en-IN" sz="1600" b="0" u="none" strike="noStrike">
                <a:solidFill>
                  <a:srgbClr val="000000"/>
                </a:solidFill>
                <a:effectLst/>
                <a:uFillTx/>
                <a:latin typeface="Arial"/>
              </a:rPr>
              <a:t>Seventh Outline Level</a:t>
            </a:r>
            <a:endParaRPr lang="en-IN" sz="1600" b="0" u="none" strike="noStrike">
              <a:solidFill>
                <a:srgbClr val="000000"/>
              </a:solidFill>
              <a:effectLst/>
              <a:uFillTx/>
              <a:latin typeface="Arial"/>
            </a:endParaRPr>
          </a:p>
        </p:txBody>
      </p:sp>
      <p:sp>
        <p:nvSpPr>
          <p:cNvPr id="52" name="PlaceHolder 4"/>
          <p:cNvSpPr>
            <a:spLocks noGrp="1"/>
          </p:cNvSpPr>
          <p:nvPr>
            <p:ph type="dt" idx="28"/>
          </p:nvPr>
        </p:nvSpPr>
        <p:spPr>
          <a:xfrm>
            <a:off x="838080" y="6356520"/>
            <a:ext cx="2742480" cy="36432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IN" sz="1400" b="0" u="none" strike="noStrike">
                <a:solidFill>
                  <a:srgbClr val="000000"/>
                </a:solidFill>
                <a:effectLst/>
                <a:uFillTx/>
                <a:latin typeface="Times New Roman"/>
              </a:defRPr>
            </a:lvl1pPr>
          </a:lstStyle>
          <a:p>
            <a:pPr indent="0" algn="l">
              <a:lnSpc>
                <a:spcPct val="100000"/>
              </a:lnSpc>
              <a:buNone/>
              <a:tabLst>
                <a:tab pos="0" algn="l"/>
              </a:tabLst>
            </a:pPr>
            <a:r>
              <a:rPr lang="en-IN" sz="1400" b="0" u="none" strike="noStrike">
                <a:solidFill>
                  <a:srgbClr val="000000"/>
                </a:solidFill>
                <a:effectLst/>
                <a:uFillTx/>
                <a:latin typeface="Times New Roman"/>
              </a:rPr>
              <a:t>&lt;date/time&gt;</a:t>
            </a:r>
            <a:endParaRPr lang="en-IN" sz="1400" b="0" u="none" strike="noStrike">
              <a:solidFill>
                <a:srgbClr val="000000"/>
              </a:solidFill>
              <a:effectLst/>
              <a:uFillTx/>
              <a:latin typeface="Times New Roman"/>
            </a:endParaRPr>
          </a:p>
        </p:txBody>
      </p:sp>
      <p:sp>
        <p:nvSpPr>
          <p:cNvPr id="53" name="PlaceHolder 5"/>
          <p:cNvSpPr>
            <a:spLocks noGrp="1"/>
          </p:cNvSpPr>
          <p:nvPr>
            <p:ph type="ftr" idx="2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N" sz="1400" b="0" u="none" strike="noStrike">
                <a:solidFill>
                  <a:srgbClr val="000000"/>
                </a:solidFill>
                <a:effectLst/>
                <a:uFillTx/>
                <a:latin typeface="Times New Roman"/>
              </a:defRPr>
            </a:lvl1pPr>
          </a:lstStyle>
          <a:p>
            <a:pPr indent="0" algn="ctr">
              <a:lnSpc>
                <a:spcPct val="100000"/>
              </a:lnSpc>
              <a:buNone/>
              <a:tabLst>
                <a:tab pos="0" algn="l"/>
              </a:tabLst>
            </a:pPr>
            <a:r>
              <a:rPr lang="en-IN" sz="1400" b="0" u="none" strike="noStrike">
                <a:solidFill>
                  <a:srgbClr val="000000"/>
                </a:solidFill>
                <a:effectLst/>
                <a:uFillTx/>
                <a:latin typeface="Times New Roman"/>
              </a:rPr>
              <a:t>&lt;footer&gt;</a:t>
            </a:r>
            <a:endParaRPr lang="en-IN"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8610480" y="6356520"/>
            <a:ext cx="274248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u="none" strike="noStrike">
                <a:solidFill>
                  <a:srgbClr val="888888"/>
                </a:solidFill>
                <a:effectLst/>
                <a:uFillTx/>
                <a:latin typeface="Calibri"/>
                <a:ea typeface="Calibri"/>
              </a:defRPr>
            </a:lvl1pPr>
          </a:lstStyle>
          <a:p>
            <a:pPr indent="0" algn="r">
              <a:lnSpc>
                <a:spcPct val="100000"/>
              </a:lnSpc>
              <a:buNone/>
              <a:tabLst>
                <a:tab pos="0" algn="l"/>
              </a:tabLst>
            </a:pPr>
            <a:fld id="{69D166E8-CC4A-43D6-AF52-313A322D57E3}" type="slidenum">
              <a:rPr lang="en-US" sz="1200" b="0" u="none" strike="noStrike">
                <a:solidFill>
                  <a:srgbClr val="888888"/>
                </a:solidFill>
                <a:effectLst/>
                <a:uFillTx/>
                <a:latin typeface="Calibri"/>
                <a:ea typeface="Calibri"/>
              </a:rPr>
              <a:t>&lt;number&gt;</a:t>
            </a:fld>
            <a:endParaRPr lang="en-IN"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831960" y="1709640"/>
            <a:ext cx="10514880" cy="2851920"/>
          </a:xfrm>
          <a:prstGeom prst="rect">
            <a:avLst/>
          </a:prstGeom>
          <a:noFill/>
          <a:ln w="0">
            <a:noFill/>
          </a:ln>
        </p:spPr>
        <p:txBody>
          <a:bodyPr lIns="91440" tIns="45720" rIns="91440" bIns="45720" anchor="b">
            <a:normAutofit lnSpcReduction="9999"/>
          </a:bodyPr>
          <a:p>
            <a:pPr indent="0" algn="ctr">
              <a:lnSpc>
                <a:spcPct val="90000"/>
              </a:lnSpc>
              <a:buNone/>
              <a:tabLst>
                <a:tab pos="0" algn="l"/>
              </a:tabLst>
            </a:pPr>
            <a:r>
              <a:rPr lang="en-US" sz="6600" b="1" u="none" strike="noStrike">
                <a:solidFill>
                  <a:schemeClr val="dk1"/>
                </a:solidFill>
                <a:effectLst/>
                <a:uFillTx/>
                <a:latin typeface="Calibri"/>
                <a:ea typeface="Calibri"/>
              </a:rPr>
              <a:t>IBM University Engagement Project Submission</a:t>
            </a:r>
            <a:br>
              <a:rPr sz="6600"/>
            </a:br>
            <a:endParaRPr lang="en-IN" sz="6600" b="0" u="none" strike="noStrike">
              <a:solidFill>
                <a:srgbClr val="000000"/>
              </a:solidFill>
              <a:effectLst/>
              <a:uFillTx/>
              <a:latin typeface="Arial"/>
            </a:endParaRPr>
          </a:p>
        </p:txBody>
      </p:sp>
      <p:sp>
        <p:nvSpPr>
          <p:cNvPr id="56" name="PlaceHolder 2"/>
          <p:cNvSpPr>
            <a:spLocks noGrp="1"/>
          </p:cNvSpPr>
          <p:nvPr>
            <p:ph/>
          </p:nvPr>
        </p:nvSpPr>
        <p:spPr>
          <a:xfrm>
            <a:off x="1014840" y="3903840"/>
            <a:ext cx="10514880" cy="1499400"/>
          </a:xfrm>
          <a:prstGeom prst="rect">
            <a:avLst/>
          </a:prstGeom>
          <a:noFill/>
          <a:ln w="0">
            <a:noFill/>
          </a:ln>
        </p:spPr>
        <p:txBody>
          <a:bodyPr lIns="91440" tIns="45720" rIns="91440" bIns="45720" anchor="t">
            <a:noAutofit/>
          </a:bodyPr>
          <a:p>
            <a:pPr marL="457200" indent="-228600" algn="ctr">
              <a:lnSpc>
                <a:spcPct val="90000"/>
              </a:lnSpc>
              <a:spcBef>
                <a:spcPts val="1001"/>
              </a:spcBef>
              <a:buNone/>
              <a:tabLst>
                <a:tab pos="0" algn="l"/>
              </a:tabLst>
            </a:pPr>
            <a:r>
              <a:rPr lang="en-US" sz="2400" b="1" i="1" u="none" strike="noStrike">
                <a:solidFill>
                  <a:schemeClr val="dk1"/>
                </a:solidFill>
                <a:effectLst/>
                <a:uFillTx/>
                <a:latin typeface="Calibri"/>
                <a:ea typeface="Calibri"/>
              </a:rPr>
              <a:t>“Exploring the Power of Agentic AI with IBM Granite and LangFlow”</a:t>
            </a:r>
            <a:endParaRPr lang="en-IN"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Google Shape;92;p2"/>
          <p:cNvSpPr/>
          <p:nvPr/>
        </p:nvSpPr>
        <p:spPr>
          <a:xfrm>
            <a:off x="690480" y="4425480"/>
            <a:ext cx="10794960" cy="198360"/>
          </a:xfrm>
          <a:prstGeom prst="rect">
            <a:avLst/>
          </a:prstGeom>
          <a:noFill/>
          <a:ln w="0">
            <a:noFill/>
          </a:ln>
        </p:spPr>
        <p:style>
          <a:lnRef idx="0"/>
          <a:fillRef idx="0"/>
          <a:effectRef idx="0"/>
          <a:fontRef idx="minor"/>
        </p:style>
        <p:txBody>
          <a:bodyPr lIns="0" tIns="0" rIns="0" bIns="0" anchor="t">
            <a:noAutofit/>
          </a:bodyPr>
          <a:p>
            <a:endParaRPr lang="en-IN" sz="1500" b="0" u="none" strike="noStrike">
              <a:solidFill>
                <a:schemeClr val="dk1"/>
              </a:solidFill>
              <a:effectLst/>
              <a:uFillTx/>
              <a:latin typeface="Times New Roman"/>
            </a:endParaRPr>
          </a:p>
        </p:txBody>
      </p:sp>
      <p:sp>
        <p:nvSpPr>
          <p:cNvPr id="58" name="Google Shape;95;p2"/>
          <p:cNvSpPr/>
          <p:nvPr/>
        </p:nvSpPr>
        <p:spPr>
          <a:xfrm>
            <a:off x="1102320" y="1174680"/>
            <a:ext cx="7425720" cy="450720"/>
          </a:xfrm>
          <a:prstGeom prst="rect">
            <a:avLst/>
          </a:prstGeom>
          <a:noFill/>
          <a:ln w="0">
            <a:noFill/>
          </a:ln>
        </p:spPr>
        <p:style>
          <a:lnRef idx="0"/>
          <a:fillRef idx="0"/>
          <a:effectRef idx="0"/>
          <a:fontRef idx="minor"/>
        </p:style>
        <p:txBody>
          <a:bodyPr lIns="90000" tIns="45000" rIns="90000" bIns="45000" anchor="ctr">
            <a:noAutofit/>
          </a:bodyPr>
          <a:p>
            <a:endParaRPr lang="en-IN" sz="3200" b="1" u="none" strike="noStrike">
              <a:solidFill>
                <a:srgbClr val="002060"/>
              </a:solidFill>
              <a:effectLst/>
              <a:uFillTx/>
              <a:latin typeface="Times New Roman"/>
            </a:endParaRPr>
          </a:p>
        </p:txBody>
      </p:sp>
      <p:graphicFrame>
        <p:nvGraphicFramePr>
          <p:cNvPr id="59" name="Google Shape;96;p2"/>
          <p:cNvGraphicFramePr/>
          <p:nvPr/>
        </p:nvGraphicFramePr>
        <p:xfrm>
          <a:off x="1299240" y="2600280"/>
          <a:ext cx="9394200" cy="2166840"/>
        </p:xfrm>
        <a:graphic>
          <a:graphicData uri="http://schemas.openxmlformats.org/drawingml/2006/table">
            <a:tbl>
              <a:tblPr/>
              <a:tblGrid>
                <a:gridCol w="2064600"/>
                <a:gridCol w="2443320"/>
                <a:gridCol w="2443320"/>
                <a:gridCol w="2443320"/>
              </a:tblGrid>
              <a:tr h="973080">
                <a:tc>
                  <a:txBody>
                    <a:bodyPr anchor="ctr">
                      <a:noAutofit/>
                    </a:bodyPr>
                    <a:p>
                      <a:pPr algn="ctr">
                        <a:lnSpc>
                          <a:spcPct val="100000"/>
                        </a:lnSpc>
                        <a:tabLst>
                          <a:tab pos="0" algn="l"/>
                        </a:tabLst>
                      </a:pPr>
                      <a:r>
                        <a:rPr lang="en-US" sz="1800" b="0" u="none" strike="noStrike">
                          <a:solidFill>
                            <a:srgbClr val="000000"/>
                          </a:solidFill>
                          <a:effectLst/>
                          <a:uFillTx/>
                          <a:latin typeface="Arial"/>
                          <a:ea typeface="Arial"/>
                        </a:rPr>
                        <a:t>Student Name</a:t>
                      </a:r>
                      <a:endParaRPr lang="en-IN"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5B9BD5"/>
                    </a:solidFill>
                  </a:tcPr>
                </a:tc>
                <a:tc>
                  <a:txBody>
                    <a:bodyPr anchor="ctr">
                      <a:noAutofit/>
                    </a:bodyPr>
                    <a:p>
                      <a:pPr algn="ctr">
                        <a:lnSpc>
                          <a:spcPct val="100000"/>
                        </a:lnSpc>
                        <a:tabLst>
                          <a:tab pos="0" algn="l"/>
                        </a:tabLst>
                      </a:pPr>
                      <a:r>
                        <a:rPr lang="en-US" sz="1800" b="0" u="none" strike="noStrike">
                          <a:solidFill>
                            <a:srgbClr val="000000"/>
                          </a:solidFill>
                          <a:effectLst/>
                          <a:uFillTx/>
                          <a:latin typeface="Arial"/>
                          <a:ea typeface="Arial"/>
                        </a:rPr>
                        <a:t>Recent Passport Photo</a:t>
                      </a:r>
                      <a:endParaRPr lang="en-IN"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5B9BD5"/>
                    </a:solidFill>
                  </a:tcPr>
                </a:tc>
                <a:tc>
                  <a:txBody>
                    <a:bodyPr anchor="ctr">
                      <a:noAutofit/>
                    </a:bodyPr>
                    <a:p>
                      <a:pPr algn="ctr">
                        <a:lnSpc>
                          <a:spcPct val="100000"/>
                        </a:lnSpc>
                        <a:tabLst>
                          <a:tab pos="0" algn="l"/>
                        </a:tabLst>
                      </a:pPr>
                      <a:r>
                        <a:rPr lang="en-US" sz="1800" b="0" u="none" strike="noStrike">
                          <a:solidFill>
                            <a:srgbClr val="000000"/>
                          </a:solidFill>
                          <a:effectLst/>
                          <a:uFillTx/>
                          <a:latin typeface="Arial"/>
                          <a:ea typeface="Calibri"/>
                        </a:rPr>
                        <a:t>Email ID </a:t>
                      </a:r>
                      <a:endParaRPr lang="en-IN"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5B9BD5"/>
                    </a:solidFill>
                  </a:tcPr>
                </a:tc>
                <a:tc>
                  <a:txBody>
                    <a:bodyPr anchor="ctr">
                      <a:noAutofit/>
                    </a:bodyPr>
                    <a:p>
                      <a:pPr algn="ctr">
                        <a:lnSpc>
                          <a:spcPct val="100000"/>
                        </a:lnSpc>
                        <a:tabLst>
                          <a:tab pos="0" algn="l"/>
                        </a:tabLst>
                      </a:pPr>
                      <a:r>
                        <a:rPr lang="en-US" sz="1800" b="0" u="none" strike="noStrike">
                          <a:solidFill>
                            <a:srgbClr val="000000"/>
                          </a:solidFill>
                          <a:effectLst/>
                          <a:uFillTx/>
                          <a:latin typeface="Arial"/>
                          <a:ea typeface="Calibri"/>
                        </a:rPr>
                        <a:t>Mobile number</a:t>
                      </a:r>
                      <a:endParaRPr lang="en-IN" sz="1800" b="0" u="none" strike="noStrike">
                        <a:solidFill>
                          <a:srgbClr val="FFFFFF"/>
                        </a:solidFill>
                        <a:effectLst/>
                        <a:uFillTx/>
                        <a:latin typeface="Arial"/>
                      </a:endParaRPr>
                    </a:p>
                    <a:p>
                      <a:pPr algn="ctr">
                        <a:lnSpc>
                          <a:spcPct val="100000"/>
                        </a:lnSpc>
                        <a:tabLst>
                          <a:tab pos="0" algn="l"/>
                        </a:tabLst>
                      </a:pPr>
                      <a:r>
                        <a:rPr lang="en-US" sz="1800" b="0" u="none" strike="noStrike">
                          <a:solidFill>
                            <a:srgbClr val="000000"/>
                          </a:solidFill>
                          <a:effectLst/>
                          <a:uFillTx/>
                          <a:latin typeface="Arial"/>
                          <a:ea typeface="Calibri"/>
                        </a:rPr>
                        <a:t>[WhatsApp] </a:t>
                      </a:r>
                      <a:endParaRPr lang="en-IN"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5B9BD5"/>
                    </a:solidFill>
                  </a:tcPr>
                </a:tc>
              </a:tr>
              <a:tr h="1193760">
                <a:tc>
                  <a:txBody>
                    <a:bodyPr anchor="t">
                      <a:noAutofit/>
                    </a:bodyPr>
                    <a:p>
                      <a:pPr>
                        <a:lnSpc>
                          <a:spcPct val="100000"/>
                        </a:lnSpc>
                      </a:pPr>
                      <a:r>
                        <a:rPr lang="en-IN" sz="1400" b="0" u="none" strike="noStrike">
                          <a:solidFill>
                            <a:srgbClr val="000000"/>
                          </a:solidFill>
                          <a:effectLst/>
                          <a:uFillTx/>
                          <a:latin typeface="Arial"/>
                        </a:rPr>
                        <a:t>PRAYAG V</a:t>
                      </a:r>
                      <a:endParaRPr lang="en-IN" sz="14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D0DEEF"/>
                    </a:solidFill>
                  </a:tcPr>
                </a:tc>
                <a:tc>
                  <a:txBody>
                    <a:bodyPr anchor="t">
                      <a:noAutofit/>
                    </a:bodyPr>
                    <a:p>
                      <a:endParaRPr lang="en-IN" sz="18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pPr>
                      <a:r>
                        <a:rPr lang="en-IN" sz="1400" b="0" u="none" strike="noStrike">
                          <a:solidFill>
                            <a:srgbClr val="000000"/>
                          </a:solidFill>
                          <a:effectLst/>
                          <a:uFillTx/>
                          <a:latin typeface="Arial"/>
                          <a:ea typeface="Arial"/>
                        </a:rPr>
                        <a:t>tl23btai0341@vidyaacademy.ac.in </a:t>
                      </a:r>
                      <a:endParaRPr lang="en-IN" sz="14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D0DEEF"/>
                    </a:solidFill>
                  </a:tcPr>
                </a:tc>
                <a:tc>
                  <a:txBody>
                    <a:bodyPr anchor="t">
                      <a:noAutofit/>
                    </a:bodyPr>
                    <a:p>
                      <a:pPr>
                        <a:lnSpc>
                          <a:spcPct val="100000"/>
                        </a:lnSpc>
                      </a:pPr>
                      <a:r>
                        <a:rPr lang="en-IN" sz="1400" b="0" u="none" strike="noStrike">
                          <a:solidFill>
                            <a:srgbClr val="000000"/>
                          </a:solidFill>
                          <a:effectLst/>
                          <a:uFillTx/>
                          <a:latin typeface="Arial"/>
                        </a:rPr>
                        <a:t>8606642277</a:t>
                      </a:r>
                      <a:endParaRPr lang="en-IN" sz="14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D0DEEF"/>
                    </a:solidFill>
                  </a:tcPr>
                </a:tc>
              </a:tr>
            </a:tbl>
          </a:graphicData>
        </a:graphic>
      </p:graphicFrame>
      <p:sp>
        <p:nvSpPr>
          <p:cNvPr id="60" name="TextBox 3"/>
          <p:cNvSpPr/>
          <p:nvPr/>
        </p:nvSpPr>
        <p:spPr>
          <a:xfrm>
            <a:off x="1206000" y="1460880"/>
            <a:ext cx="10279440" cy="4554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000000"/>
                </a:solidFill>
                <a:effectLst/>
                <a:uFillTx/>
                <a:latin typeface="Arial"/>
                <a:ea typeface="Arial"/>
              </a:rPr>
              <a:t>Domain of  Project – </a:t>
            </a:r>
            <a:r>
              <a:rPr lang="en-US" sz="2400" b="1" u="none" strike="noStrike">
                <a:solidFill>
                  <a:srgbClr val="000000"/>
                </a:solidFill>
                <a:effectLst/>
                <a:highlight>
                  <a:srgbClr val="FFFF00"/>
                </a:highlight>
                <a:uFillTx/>
                <a:latin typeface="Arial"/>
                <a:ea typeface="Arial"/>
              </a:rPr>
              <a:t>[ Healthcare ]</a:t>
            </a:r>
            <a:endParaRPr lang="en-IN" sz="2400" b="0" u="none" strike="noStrike">
              <a:solidFill>
                <a:srgbClr val="000000"/>
              </a:solidFill>
              <a:effectLst/>
              <a:uFillTx/>
              <a:latin typeface="Arial"/>
            </a:endParaRPr>
          </a:p>
        </p:txBody>
      </p:sp>
      <p:sp>
        <p:nvSpPr>
          <p:cNvPr id="61" name="TextBox 6"/>
          <p:cNvSpPr/>
          <p:nvPr/>
        </p:nvSpPr>
        <p:spPr>
          <a:xfrm>
            <a:off x="1206000" y="551880"/>
            <a:ext cx="9580320" cy="45540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r>
              <a:rPr lang="en-US" sz="2400" b="1" u="none" strike="noStrike">
                <a:solidFill>
                  <a:srgbClr val="000000"/>
                </a:solidFill>
                <a:effectLst/>
                <a:uFillTx/>
                <a:latin typeface="Arial"/>
                <a:ea typeface="Arial"/>
              </a:rPr>
              <a:t>Project Tile – </a:t>
            </a:r>
            <a:r>
              <a:rPr lang="en-US" sz="2400" b="1" u="none" strike="noStrike">
                <a:solidFill>
                  <a:srgbClr val="000000"/>
                </a:solidFill>
                <a:effectLst/>
                <a:highlight>
                  <a:srgbClr val="FFFF00"/>
                </a:highlight>
                <a:uFillTx/>
                <a:latin typeface="Arial"/>
                <a:ea typeface="Arial"/>
              </a:rPr>
              <a:t>[</a:t>
            </a:r>
            <a:r>
              <a:rPr lang="en-US" sz="2400" b="1" u="none" strike="noStrike">
                <a:solidFill>
                  <a:srgbClr val="002060"/>
                </a:solidFill>
                <a:effectLst/>
                <a:highlight>
                  <a:srgbClr val="FFFF00"/>
                </a:highlight>
                <a:uFillTx/>
                <a:latin typeface="Times New Roman"/>
                <a:ea typeface="Times New Roman"/>
              </a:rPr>
              <a:t>  Nutrition Agent- using IBM Watsonx with IBM BOB </a:t>
            </a:r>
            <a:r>
              <a:rPr lang="en-US" sz="2400" b="1" u="none" strike="noStrike">
                <a:solidFill>
                  <a:srgbClr val="000000"/>
                </a:solidFill>
                <a:effectLst/>
                <a:highlight>
                  <a:srgbClr val="FFFF00"/>
                </a:highlight>
                <a:uFillTx/>
                <a:latin typeface="Arial"/>
                <a:ea typeface="Arial"/>
              </a:rPr>
              <a:t>]</a:t>
            </a:r>
            <a:endParaRPr lang="en-IN" sz="2400" b="0" u="none" strike="noStrike">
              <a:solidFill>
                <a:srgbClr val="000000"/>
              </a:solidFill>
              <a:effectLst/>
              <a:uFillTx/>
              <a:latin typeface="Arial"/>
            </a:endParaRPr>
          </a:p>
        </p:txBody>
      </p:sp>
      <p:sp>
        <p:nvSpPr>
          <p:cNvPr id="62" name="TextBox 2"/>
          <p:cNvSpPr/>
          <p:nvPr/>
        </p:nvSpPr>
        <p:spPr>
          <a:xfrm>
            <a:off x="1211040" y="5210640"/>
            <a:ext cx="6455880" cy="1630440"/>
          </a:xfrm>
          <a:prstGeom prst="rect">
            <a:avLst/>
          </a:prstGeom>
          <a:noFill/>
          <a:ln w="0">
            <a:noFill/>
          </a:ln>
        </p:spPr>
        <p:style>
          <a:lnRef idx="0"/>
          <a:fillRef idx="0"/>
          <a:effectRef idx="0"/>
          <a:fontRef idx="minor"/>
        </p:style>
        <p:txBody>
          <a:bodyPr numCol="1" spcCol="0" horzOverflow="overflow" lIns="90000" tIns="45000" rIns="90000" bIns="45000" anchor="t">
            <a:spAutoFit/>
          </a:bodyPr>
          <a:p>
            <a:endParaRPr lang="en-IN" sz="1400" b="0" u="none" strike="noStrike">
              <a:solidFill>
                <a:srgbClr val="000000"/>
              </a:solidFill>
              <a:effectLst/>
              <a:uFillTx/>
              <a:latin typeface="Arial"/>
            </a:endParaRPr>
          </a:p>
        </p:txBody>
      </p:sp>
      <p:pic>
        <p:nvPicPr>
          <p:cNvPr id="63" name=""/>
          <p:cNvPicPr/>
          <p:nvPr/>
        </p:nvPicPr>
        <p:blipFill>
          <a:blip r:embed="rId1"/>
          <a:stretch/>
        </p:blipFill>
        <p:spPr>
          <a:xfrm>
            <a:off x="4053240" y="3685320"/>
            <a:ext cx="986760" cy="93852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TextBox 1"/>
          <p:cNvSpPr/>
          <p:nvPr/>
        </p:nvSpPr>
        <p:spPr>
          <a:xfrm>
            <a:off x="576000" y="1234440"/>
            <a:ext cx="10606320" cy="50468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Arial"/>
                <a:ea typeface="Arial"/>
              </a:rPr>
              <a:t>Problem Statement : Nutrition Agent</a:t>
            </a:r>
            <a:r>
              <a:rPr lang="en-US" sz="1400" b="0" u="none" strike="noStrike">
                <a:solidFill>
                  <a:srgbClr val="000000"/>
                </a:solidFill>
                <a:effectLst/>
                <a:uFillTx/>
                <a:latin typeface="Arial"/>
                <a:ea typeface="Arial"/>
              </a:rPr>
              <a:t> </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The Challenge</a:t>
            </a:r>
            <a:r>
              <a:rPr lang="en-US" sz="1400" b="0" u="none" strike="noStrike">
                <a:solidFill>
                  <a:srgbClr val="000000"/>
                </a:solidFill>
                <a:effectLst/>
                <a:uFillTx/>
                <a:latin typeface="Arial"/>
                <a:ea typeface="Arial"/>
              </a:rPr>
              <a:t> </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Good nutrition is the foundation of health, but individuals often struggle with </a:t>
            </a:r>
            <a:r>
              <a:rPr lang="en-US" sz="1400" b="1" u="none" strike="noStrike">
                <a:solidFill>
                  <a:srgbClr val="000000"/>
                </a:solidFill>
                <a:effectLst/>
                <a:uFillTx/>
                <a:latin typeface="Arial"/>
                <a:ea typeface="Arial"/>
              </a:rPr>
              <a:t>diet planning, portion control, and tracking nutritional intake</a:t>
            </a:r>
            <a:r>
              <a:rPr lang="en-US" sz="1400" b="0" u="none" strike="noStrike">
                <a:solidFill>
                  <a:srgbClr val="000000"/>
                </a:solidFill>
                <a:effectLst/>
                <a:uFillTx/>
                <a:latin typeface="Arial"/>
                <a:ea typeface="Arial"/>
              </a:rPr>
              <a:t>. Information about healthy diets, disease-specific nutrition, and food composition is scattered across unreliable sources. Without </a:t>
            </a:r>
            <a:r>
              <a:rPr lang="en-US" sz="1400" b="1" u="none" strike="noStrike">
                <a:solidFill>
                  <a:srgbClr val="000000"/>
                </a:solidFill>
                <a:effectLst/>
                <a:uFillTx/>
                <a:latin typeface="Arial"/>
                <a:ea typeface="Arial"/>
              </a:rPr>
              <a:t>personalized, real-time guidance</a:t>
            </a:r>
            <a:r>
              <a:rPr lang="en-US" sz="1400" b="0" u="none" strike="noStrike">
                <a:solidFill>
                  <a:srgbClr val="000000"/>
                </a:solidFill>
                <a:effectLst/>
                <a:uFillTx/>
                <a:latin typeface="Arial"/>
                <a:ea typeface="Arial"/>
              </a:rPr>
              <a:t>, many fail to maintain balanced diets or make informed food choices. </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The Objective</a:t>
            </a:r>
            <a:r>
              <a:rPr lang="en-US" sz="1400" b="0" u="none" strike="noStrike">
                <a:solidFill>
                  <a:srgbClr val="000000"/>
                </a:solidFill>
                <a:effectLst/>
                <a:uFillTx/>
                <a:latin typeface="Arial"/>
                <a:ea typeface="Arial"/>
              </a:rPr>
              <a:t> </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Build an </a:t>
            </a:r>
            <a:r>
              <a:rPr lang="en-US" sz="1400" b="1" u="none" strike="noStrike">
                <a:solidFill>
                  <a:srgbClr val="000000"/>
                </a:solidFill>
                <a:effectLst/>
                <a:uFillTx/>
                <a:latin typeface="Arial"/>
                <a:ea typeface="Arial"/>
              </a:rPr>
              <a:t>AI-powered Nutrition Agent</a:t>
            </a:r>
            <a:r>
              <a:rPr lang="en-US" sz="1400" b="0" u="none" strike="noStrike">
                <a:solidFill>
                  <a:srgbClr val="000000"/>
                </a:solidFill>
                <a:effectLst/>
                <a:uFillTx/>
                <a:latin typeface="Arial"/>
                <a:ea typeface="Arial"/>
              </a:rPr>
              <a:t> that delivers </a:t>
            </a:r>
            <a:r>
              <a:rPr lang="en-US" sz="1400" b="1" u="none" strike="noStrike">
                <a:solidFill>
                  <a:srgbClr val="000000"/>
                </a:solidFill>
                <a:effectLst/>
                <a:uFillTx/>
                <a:latin typeface="Arial"/>
                <a:ea typeface="Arial"/>
              </a:rPr>
              <a:t>personalized dietary insights and guidance</a:t>
            </a:r>
            <a:r>
              <a:rPr lang="en-US" sz="1400" b="0" u="none" strike="noStrike">
                <a:solidFill>
                  <a:srgbClr val="000000"/>
                </a:solidFill>
                <a:effectLst/>
                <a:uFillTx/>
                <a:latin typeface="Arial"/>
                <a:ea typeface="Arial"/>
              </a:rPr>
              <a:t> for individuals, families, and health professionals. The solution should: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Personalized Diet Plans</a:t>
            </a:r>
            <a:r>
              <a:rPr lang="en-US" sz="1400" b="0" u="none" strike="noStrike">
                <a:solidFill>
                  <a:srgbClr val="000000"/>
                </a:solidFill>
                <a:effectLst/>
                <a:uFillTx/>
                <a:latin typeface="Arial"/>
                <a:ea typeface="Arial"/>
              </a:rPr>
              <a:t> – Recommend meals based on age, health conditions, allergies, cultural preferences, and fitness goals.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Food Data RAG Retrieval</a:t>
            </a:r>
            <a:r>
              <a:rPr lang="en-US" sz="1400" b="0" u="none" strike="noStrike">
                <a:solidFill>
                  <a:srgbClr val="000000"/>
                </a:solidFill>
                <a:effectLst/>
                <a:uFillTx/>
                <a:latin typeface="Arial"/>
                <a:ea typeface="Arial"/>
              </a:rPr>
              <a:t> – Fetch and summarize nutritional values (calories, macros, vitamins) from reliable sources.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Diet Tracking &amp; Feedback</a:t>
            </a:r>
            <a:r>
              <a:rPr lang="en-US" sz="1400" b="0" u="none" strike="noStrike">
                <a:solidFill>
                  <a:srgbClr val="000000"/>
                </a:solidFill>
                <a:effectLst/>
                <a:uFillTx/>
                <a:latin typeface="Arial"/>
                <a:ea typeface="Arial"/>
              </a:rPr>
              <a:t> – Allow users to log meals via text, images, or voice, and provide instant nutritional analysis.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Preventive Health Focus</a:t>
            </a:r>
            <a:r>
              <a:rPr lang="en-US" sz="1400" b="0" u="none" strike="noStrike">
                <a:solidFill>
                  <a:srgbClr val="000000"/>
                </a:solidFill>
                <a:effectLst/>
                <a:uFillTx/>
                <a:latin typeface="Arial"/>
                <a:ea typeface="Arial"/>
              </a:rPr>
              <a:t> – Suggest diets for chronic disease management (e.g., diabetes-friendly or heart-healthy plans).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Multi-Agent System</a:t>
            </a:r>
            <a:r>
              <a:rPr lang="en-US" sz="1400" b="0" u="none" strike="noStrike">
                <a:solidFill>
                  <a:srgbClr val="000000"/>
                </a:solidFill>
                <a:effectLst/>
                <a:uFillTx/>
                <a:latin typeface="Arial"/>
                <a:ea typeface="Arial"/>
              </a:rPr>
              <a:t> –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Nutrition Knowledge Agent</a:t>
            </a:r>
            <a:r>
              <a:rPr lang="en-US" sz="1400" b="0" u="none" strike="noStrike">
                <a:solidFill>
                  <a:srgbClr val="000000"/>
                </a:solidFill>
                <a:effectLst/>
                <a:uFillTx/>
                <a:latin typeface="Arial"/>
                <a:ea typeface="Arial"/>
              </a:rPr>
              <a:t> (fetches nutritional data)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Diet Recommendation Agent</a:t>
            </a:r>
            <a:r>
              <a:rPr lang="en-US" sz="1400" b="0" u="none" strike="noStrike">
                <a:solidFill>
                  <a:srgbClr val="000000"/>
                </a:solidFill>
                <a:effectLst/>
                <a:uFillTx/>
                <a:latin typeface="Arial"/>
                <a:ea typeface="Arial"/>
              </a:rPr>
              <a:t> (personalized meal plans)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Health Advisory Agent</a:t>
            </a:r>
            <a:r>
              <a:rPr lang="en-US" sz="1400" b="0" u="none" strike="noStrike">
                <a:solidFill>
                  <a:srgbClr val="000000"/>
                </a:solidFill>
                <a:effectLst/>
                <a:uFillTx/>
                <a:latin typeface="Arial"/>
                <a:ea typeface="Arial"/>
              </a:rPr>
              <a:t> (preventive health suggestions)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Food Log &amp; Feedback Agent</a:t>
            </a:r>
            <a:r>
              <a:rPr lang="en-US" sz="1400" b="0" u="none" strike="noStrike">
                <a:solidFill>
                  <a:srgbClr val="000000"/>
                </a:solidFill>
                <a:effectLst/>
                <a:uFillTx/>
                <a:latin typeface="Arial"/>
                <a:ea typeface="Arial"/>
              </a:rPr>
              <a:t> (meal tracking + analysis) </a:t>
            </a:r>
            <a:endParaRPr lang="en-IN" sz="14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400" b="1" u="none" strike="noStrike">
                <a:solidFill>
                  <a:srgbClr val="000000"/>
                </a:solidFill>
                <a:effectLst/>
                <a:uFillTx/>
                <a:latin typeface="Arial"/>
                <a:ea typeface="Arial"/>
              </a:rPr>
              <a:t>Visualization Dashboard</a:t>
            </a:r>
            <a:r>
              <a:rPr lang="en-US" sz="1400" b="0" u="none" strike="noStrike">
                <a:solidFill>
                  <a:srgbClr val="000000"/>
                </a:solidFill>
                <a:effectLst/>
                <a:uFillTx/>
                <a:latin typeface="Arial"/>
                <a:ea typeface="Arial"/>
              </a:rPr>
              <a:t> – Show daily/weekly nutrient intake, deficiencies, and progress toward health goals. </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p:txBody>
      </p:sp>
      <p:sp>
        <p:nvSpPr>
          <p:cNvPr id="65" name="TextBox 2"/>
          <p:cNvSpPr/>
          <p:nvPr/>
        </p:nvSpPr>
        <p:spPr>
          <a:xfrm>
            <a:off x="576000" y="704160"/>
            <a:ext cx="7214040" cy="460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000000"/>
                </a:solidFill>
                <a:effectLst/>
                <a:uFillTx/>
                <a:latin typeface="Arial"/>
                <a:ea typeface="Arial"/>
              </a:rPr>
              <a:t>Problem Statement -</a:t>
            </a:r>
            <a:endParaRPr lang="en-IN"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TextBox 1"/>
          <p:cNvSpPr/>
          <p:nvPr/>
        </p:nvSpPr>
        <p:spPr>
          <a:xfrm>
            <a:off x="576000" y="1234440"/>
            <a:ext cx="10606320" cy="52621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Proposed Solution: AI-Powered Nutrition Agent</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The proposed solution is a </a:t>
            </a:r>
            <a:r>
              <a:rPr lang="en-US" sz="1400" b="1" u="none" strike="noStrike">
                <a:solidFill>
                  <a:srgbClr val="000000"/>
                </a:solidFill>
                <a:effectLst/>
                <a:uFillTx/>
                <a:latin typeface="Arial"/>
                <a:ea typeface="Arial"/>
              </a:rPr>
              <a:t>multi-agent AI-powered Nutrition Agent</a:t>
            </a:r>
            <a:r>
              <a:rPr lang="en-US" sz="1400" b="0" u="none" strike="noStrike">
                <a:solidFill>
                  <a:srgbClr val="000000"/>
                </a:solidFill>
                <a:effectLst/>
                <a:uFillTx/>
                <a:latin typeface="Arial"/>
                <a:ea typeface="Arial"/>
              </a:rPr>
              <a:t> built using </a:t>
            </a:r>
            <a:r>
              <a:rPr lang="en-US" sz="1400" b="1" u="none" strike="noStrike">
                <a:solidFill>
                  <a:srgbClr val="000000"/>
                </a:solidFill>
                <a:effectLst/>
                <a:uFillTx/>
                <a:latin typeface="Arial"/>
                <a:ea typeface="Arial"/>
              </a:rPr>
              <a:t>LangFlow, IBM watsonx.ai, and Granite Models</a:t>
            </a:r>
            <a:r>
              <a:rPr lang="en-US" sz="1400" b="0" u="none" strike="noStrike">
                <a:solidFill>
                  <a:srgbClr val="000000"/>
                </a:solidFill>
                <a:effectLst/>
                <a:uFillTx/>
                <a:latin typeface="Arial"/>
                <a:ea typeface="Arial"/>
              </a:rPr>
              <a:t> to provide personalized, real-time dietary guidance. The system addresses challenges in diet planning, nutrition tracking, and preventive healthcare through an intelligent, modular architecture.</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At its core, the solution uses a </a:t>
            </a:r>
            <a:r>
              <a:rPr lang="en-US" sz="1400" b="1" u="none" strike="noStrike">
                <a:solidFill>
                  <a:srgbClr val="000000"/>
                </a:solidFill>
                <a:effectLst/>
                <a:uFillTx/>
                <a:latin typeface="Arial"/>
                <a:ea typeface="Arial"/>
              </a:rPr>
              <a:t>Retrieval-Augmented Generation (RAG)</a:t>
            </a:r>
            <a:r>
              <a:rPr lang="en-US" sz="1400" b="0" u="none" strike="noStrike">
                <a:solidFill>
                  <a:srgbClr val="000000"/>
                </a:solidFill>
                <a:effectLst/>
                <a:uFillTx/>
                <a:latin typeface="Arial"/>
                <a:ea typeface="Arial"/>
              </a:rPr>
              <a:t> pipeline to fetch accurate nutritional data from trusted sources such as USDA and WHO datasets. This data is embedded and stored in a vector database, enabling the system to retrieve and summarize food nutrition details (calories, macros, vitamins) using Granite models.</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The system consists of four key agents:</a:t>
            </a: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Nutrition Knowledge Agent</a:t>
            </a:r>
            <a:r>
              <a:rPr lang="en-US" sz="1400" b="0" u="none" strike="noStrike">
                <a:solidFill>
                  <a:srgbClr val="000000"/>
                </a:solidFill>
                <a:effectLst/>
                <a:uFillTx/>
                <a:latin typeface="Arial"/>
                <a:ea typeface="Arial"/>
              </a:rPr>
              <a:t> retrieves and summarizes nutritional information using RAG. </a:t>
            </a: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Diet Recommendation Agent</a:t>
            </a:r>
            <a:r>
              <a:rPr lang="en-US" sz="1400" b="0" u="none" strike="noStrike">
                <a:solidFill>
                  <a:srgbClr val="000000"/>
                </a:solidFill>
                <a:effectLst/>
                <a:uFillTx/>
                <a:latin typeface="Arial"/>
                <a:ea typeface="Arial"/>
              </a:rPr>
              <a:t> generates personalized meal plans based on user inputs such as age, health conditions, dietary preferences, and fitness goals. </a:t>
            </a: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Health Advisory Agent</a:t>
            </a:r>
            <a:r>
              <a:rPr lang="en-US" sz="1400" b="0" u="none" strike="noStrike">
                <a:solidFill>
                  <a:srgbClr val="000000"/>
                </a:solidFill>
                <a:effectLst/>
                <a:uFillTx/>
                <a:latin typeface="Arial"/>
                <a:ea typeface="Arial"/>
              </a:rPr>
              <a:t> provides preventive health suggestions, including disease-specific diets (e.g., diabetes-friendly or heart-healthy plans). </a:t>
            </a: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Food Log &amp; Feedback Agent</a:t>
            </a:r>
            <a:r>
              <a:rPr lang="en-US" sz="1400" b="0" u="none" strike="noStrike">
                <a:solidFill>
                  <a:srgbClr val="000000"/>
                </a:solidFill>
                <a:effectLst/>
                <a:uFillTx/>
                <a:latin typeface="Arial"/>
                <a:ea typeface="Arial"/>
              </a:rPr>
              <a:t> allows users to log meals via text, voice, or images and delivers instant nutritional analysis with actionable feedback. </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The solution includes a </a:t>
            </a:r>
            <a:r>
              <a:rPr lang="en-US" sz="1400" b="1" u="none" strike="noStrike">
                <a:solidFill>
                  <a:srgbClr val="000000"/>
                </a:solidFill>
                <a:effectLst/>
                <a:uFillTx/>
                <a:latin typeface="Arial"/>
                <a:ea typeface="Arial"/>
              </a:rPr>
              <a:t>user-friendly dashboard</a:t>
            </a:r>
            <a:r>
              <a:rPr lang="en-US" sz="1400" b="0" u="none" strike="noStrike">
                <a:solidFill>
                  <a:srgbClr val="000000"/>
                </a:solidFill>
                <a:effectLst/>
                <a:uFillTx/>
                <a:latin typeface="Arial"/>
                <a:ea typeface="Arial"/>
              </a:rPr>
              <a:t> (built with Streamlit or React) that visualizes daily and weekly nutrient intake, highlights deficiencies, and tracks progress toward health goals.</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LangFlow is used to orchestrate agent workflows, while watsonx.ai ensures scalable model deployment, embeddings, and AI governance. Granite models power reasoning, summarization, and personalization.</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Overall, this solution delivers an </a:t>
            </a:r>
            <a:r>
              <a:rPr lang="en-US" sz="1400" b="1" u="none" strike="noStrike">
                <a:solidFill>
                  <a:srgbClr val="000000"/>
                </a:solidFill>
                <a:effectLst/>
                <a:uFillTx/>
                <a:latin typeface="Arial"/>
                <a:ea typeface="Arial"/>
              </a:rPr>
              <a:t>end-to-end intelligent nutrition assistant</a:t>
            </a:r>
            <a:r>
              <a:rPr lang="en-US" sz="1400" b="0" u="none" strike="noStrike">
                <a:solidFill>
                  <a:srgbClr val="000000"/>
                </a:solidFill>
                <a:effectLst/>
                <a:uFillTx/>
                <a:latin typeface="Arial"/>
                <a:ea typeface="Arial"/>
              </a:rPr>
              <a:t> that promotes healthier lifestyles through personalized insights, real-time feedback, and preventive healthcare recommendations.</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p:txBody>
      </p:sp>
      <p:sp>
        <p:nvSpPr>
          <p:cNvPr id="67" name="TextBox 2"/>
          <p:cNvSpPr/>
          <p:nvPr/>
        </p:nvSpPr>
        <p:spPr>
          <a:xfrm>
            <a:off x="576000" y="704160"/>
            <a:ext cx="7214040" cy="460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000000"/>
                </a:solidFill>
                <a:effectLst/>
                <a:uFillTx/>
                <a:latin typeface="Arial"/>
                <a:ea typeface="Arial"/>
              </a:rPr>
              <a:t>Proposed Solution -</a:t>
            </a:r>
            <a:endParaRPr lang="en-IN"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TextBox 1"/>
          <p:cNvSpPr/>
          <p:nvPr/>
        </p:nvSpPr>
        <p:spPr>
          <a:xfrm>
            <a:off x="777240" y="484560"/>
            <a:ext cx="7122600" cy="460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000000"/>
                </a:solidFill>
                <a:effectLst/>
                <a:uFillTx/>
                <a:latin typeface="Arial"/>
                <a:ea typeface="Arial"/>
              </a:rPr>
              <a:t>Technology Used</a:t>
            </a:r>
            <a:endParaRPr lang="en-IN" sz="2400" b="0" u="none" strike="noStrike">
              <a:solidFill>
                <a:srgbClr val="000000"/>
              </a:solidFill>
              <a:effectLst/>
              <a:uFillTx/>
              <a:latin typeface="Arial"/>
            </a:endParaRPr>
          </a:p>
        </p:txBody>
      </p:sp>
      <p:sp>
        <p:nvSpPr>
          <p:cNvPr id="69" name="TextBox 2"/>
          <p:cNvSpPr/>
          <p:nvPr/>
        </p:nvSpPr>
        <p:spPr>
          <a:xfrm>
            <a:off x="777240" y="1207080"/>
            <a:ext cx="10514880" cy="5508360"/>
          </a:xfrm>
          <a:prstGeom prst="rect">
            <a:avLst/>
          </a:prstGeom>
          <a:noFill/>
          <a:ln w="0">
            <a:noFill/>
          </a:ln>
        </p:spPr>
        <p:style>
          <a:lnRef idx="0"/>
          <a:fillRef idx="0"/>
          <a:effectRef idx="0"/>
          <a:fontRef idx="minor"/>
        </p:style>
        <p:txBody>
          <a:bodyPr lIns="90000" tIns="45000" rIns="90000" bIns="45000" anchor="t">
            <a:spAutoFit/>
          </a:bodyPr>
          <a:p>
            <a:pPr marL="285840" indent="-285840">
              <a:lnSpc>
                <a:spcPct val="100000"/>
              </a:lnSpc>
              <a:buClr>
                <a:srgbClr val="000000"/>
              </a:buClr>
              <a:buFont typeface="Arial"/>
              <a:buChar char="•"/>
            </a:pPr>
            <a:r>
              <a:rPr lang="en-US" sz="1800" b="1" u="none" strike="noStrike">
                <a:solidFill>
                  <a:srgbClr val="000000"/>
                </a:solidFill>
                <a:effectLst/>
                <a:uFillTx/>
                <a:latin typeface="Arial"/>
                <a:ea typeface="Arial"/>
              </a:rPr>
              <a:t>Langflow platform </a:t>
            </a:r>
            <a:r>
              <a:rPr lang="en-US" sz="1800" b="0" u="none" strike="noStrike">
                <a:solidFill>
                  <a:srgbClr val="000000"/>
                </a:solidFill>
                <a:effectLst/>
                <a:uFillTx/>
                <a:latin typeface="Arial"/>
                <a:ea typeface="Arial"/>
              </a:rPr>
              <a:t>-For designing and orchestrating multi-agent workflows visually</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800" b="1" u="none" strike="noStrike">
                <a:solidFill>
                  <a:srgbClr val="000000"/>
                </a:solidFill>
                <a:effectLst/>
                <a:uFillTx/>
                <a:latin typeface="Arial"/>
                <a:ea typeface="Arial"/>
              </a:rPr>
              <a:t>IBM Granite model </a:t>
            </a:r>
            <a:r>
              <a:rPr lang="en-US" sz="1800" b="0" u="none" strike="noStrike">
                <a:solidFill>
                  <a:srgbClr val="000000"/>
                </a:solidFill>
                <a:effectLst/>
                <a:uFillTx/>
                <a:latin typeface="Arial"/>
                <a:ea typeface="Arial"/>
              </a:rPr>
              <a:t>-  for eg – ibm-granite-3-2-8b – For natural language understanding, reasoning, and personalization</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800" b="1" u="none" strike="noStrike">
                <a:solidFill>
                  <a:srgbClr val="000000"/>
                </a:solidFill>
                <a:effectLst/>
                <a:uFillTx/>
                <a:latin typeface="Arial"/>
                <a:ea typeface="Arial"/>
              </a:rPr>
              <a:t>IBM Cloud </a:t>
            </a:r>
            <a:r>
              <a:rPr lang="en-US" sz="1800" b="0" u="none" strike="noStrike">
                <a:solidFill>
                  <a:srgbClr val="000000"/>
                </a:solidFill>
                <a:effectLst/>
                <a:uFillTx/>
                <a:latin typeface="Arial"/>
                <a:ea typeface="Arial"/>
              </a:rPr>
              <a:t>– It provides the infrastructure to build, deploy, and scale the Nutrition Agent efficiently. IBM Cloud enables a </a:t>
            </a:r>
            <a:r>
              <a:rPr lang="en-US" sz="1800" b="1" u="none" strike="noStrike">
                <a:solidFill>
                  <a:srgbClr val="000000"/>
                </a:solidFill>
                <a:effectLst/>
                <a:uFillTx/>
                <a:latin typeface="Arial"/>
                <a:ea typeface="Arial"/>
              </a:rPr>
              <a:t>reliable, secure, and scalable environment</a:t>
            </a:r>
            <a:r>
              <a:rPr lang="en-US" sz="1800" b="0" u="none" strike="noStrike">
                <a:solidFill>
                  <a:srgbClr val="000000"/>
                </a:solidFill>
                <a:effectLst/>
                <a:uFillTx/>
                <a:latin typeface="Arial"/>
                <a:ea typeface="Arial"/>
              </a:rPr>
              <a:t> for deploying the Nutrition Agent.</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800" b="1" u="none" strike="noStrike">
                <a:solidFill>
                  <a:srgbClr val="000000"/>
                </a:solidFill>
                <a:effectLst/>
                <a:uFillTx/>
                <a:latin typeface="Arial"/>
                <a:ea typeface="Arial"/>
              </a:rPr>
              <a:t>RAG– </a:t>
            </a:r>
            <a:r>
              <a:rPr lang="en-US" sz="1800" b="0" u="none" strike="noStrike">
                <a:solidFill>
                  <a:srgbClr val="000000"/>
                </a:solidFill>
                <a:effectLst/>
                <a:uFillTx/>
                <a:latin typeface="Arial"/>
                <a:ea typeface="Arial"/>
              </a:rPr>
              <a:t>RAG to </a:t>
            </a:r>
            <a:r>
              <a:rPr lang="en-US" sz="1800" b="1" u="none" strike="noStrike">
                <a:solidFill>
                  <a:srgbClr val="000000"/>
                </a:solidFill>
                <a:effectLst/>
                <a:uFillTx/>
                <a:latin typeface="Arial"/>
                <a:ea typeface="Arial"/>
              </a:rPr>
              <a:t>fetch real data first, then generate intelligent answers</a:t>
            </a:r>
            <a:r>
              <a:rPr lang="en-US" sz="1800" b="0" u="none" strike="noStrike">
                <a:solidFill>
                  <a:srgbClr val="000000"/>
                </a:solidFill>
                <a:effectLst/>
                <a:uFillTx/>
                <a:latin typeface="Arial"/>
                <a:ea typeface="Arial"/>
              </a:rPr>
              <a:t>, making the Nutrition Agent more trustworthy and effective.</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marL="285840" indent="-285840">
              <a:lnSpc>
                <a:spcPct val="100000"/>
              </a:lnSpc>
              <a:buClr>
                <a:srgbClr val="000000"/>
              </a:buClr>
              <a:buFont typeface="Arial"/>
              <a:buChar char="•"/>
            </a:pPr>
            <a:r>
              <a:rPr lang="en-US" sz="1800" b="1" u="none" strike="noStrike">
                <a:solidFill>
                  <a:srgbClr val="000000"/>
                </a:solidFill>
                <a:effectLst/>
                <a:uFillTx/>
                <a:latin typeface="Arial"/>
                <a:ea typeface="Arial"/>
              </a:rPr>
              <a:t>IBM Watsonx.ai - </a:t>
            </a:r>
            <a:r>
              <a:rPr lang="en-US" sz="1800" b="0" u="none" strike="noStrike">
                <a:solidFill>
                  <a:srgbClr val="000000"/>
                </a:solidFill>
                <a:effectLst/>
                <a:uFillTx/>
                <a:latin typeface="Arial"/>
                <a:ea typeface="Arial"/>
              </a:rPr>
              <a:t>For model deployment, embeddings, and AI governance</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marL="285840" indent="-285840">
              <a:lnSpc>
                <a:spcPct val="100000"/>
              </a:lnSpc>
              <a:buClr>
                <a:srgbClr val="000000"/>
              </a:buClr>
              <a:buFont typeface="Arial"/>
              <a:buChar char="•"/>
            </a:pPr>
            <a:r>
              <a:rPr lang="en-IN" sz="1800" b="1" u="none" strike="noStrike">
                <a:solidFill>
                  <a:srgbClr val="000000"/>
                </a:solidFill>
                <a:effectLst/>
                <a:uFillTx/>
                <a:latin typeface="Arial"/>
                <a:ea typeface="Arial"/>
              </a:rPr>
              <a:t>Vector Database </a:t>
            </a:r>
            <a:r>
              <a:rPr lang="en-IN" sz="1800" b="0" u="none" strike="noStrike">
                <a:solidFill>
                  <a:srgbClr val="000000"/>
                </a:solidFill>
                <a:effectLst/>
                <a:uFillTx/>
                <a:latin typeface="Arial"/>
                <a:ea typeface="Arial"/>
              </a:rPr>
              <a:t>(FAISS/Chroma) – For RAG-based nutritional data retrieval</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Google Shape;135;p5"/>
          <p:cNvSpPr/>
          <p:nvPr/>
        </p:nvSpPr>
        <p:spPr>
          <a:xfrm>
            <a:off x="537480" y="323280"/>
            <a:ext cx="5908320" cy="44784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en-US" sz="2400" b="1" u="none" strike="noStrike">
                <a:solidFill>
                  <a:srgbClr val="000000"/>
                </a:solidFill>
                <a:effectLst/>
                <a:uFillTx/>
                <a:latin typeface="Arial"/>
                <a:ea typeface="Arial"/>
              </a:rPr>
              <a:t>Langflow</a:t>
            </a:r>
            <a:r>
              <a:rPr lang="en-US" sz="3500" b="1" u="none" strike="noStrike">
                <a:solidFill>
                  <a:srgbClr val="051D3A"/>
                </a:solidFill>
                <a:effectLst/>
                <a:uFillTx/>
                <a:latin typeface="Times New Roman"/>
                <a:ea typeface="Times New Roman"/>
              </a:rPr>
              <a:t> </a:t>
            </a:r>
            <a:r>
              <a:rPr lang="en-US" sz="2400" b="1" u="none" strike="noStrike">
                <a:solidFill>
                  <a:srgbClr val="000000"/>
                </a:solidFill>
                <a:effectLst/>
                <a:uFillTx/>
                <a:latin typeface="Arial"/>
                <a:ea typeface="Arial"/>
              </a:rPr>
              <a:t>component Used -</a:t>
            </a:r>
            <a:endParaRPr lang="en-IN" sz="2400" b="0" u="none" strike="noStrike">
              <a:solidFill>
                <a:srgbClr val="000000"/>
              </a:solidFill>
              <a:effectLst/>
              <a:uFillTx/>
              <a:latin typeface="Arial"/>
            </a:endParaRPr>
          </a:p>
        </p:txBody>
      </p:sp>
      <p:sp>
        <p:nvSpPr>
          <p:cNvPr id="71" name="Google Shape;148;p5"/>
          <p:cNvSpPr/>
          <p:nvPr/>
        </p:nvSpPr>
        <p:spPr>
          <a:xfrm>
            <a:off x="2264400" y="6784560"/>
            <a:ext cx="2140200" cy="2235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2" name="Google Shape;149;p5"/>
          <p:cNvSpPr/>
          <p:nvPr/>
        </p:nvSpPr>
        <p:spPr>
          <a:xfrm>
            <a:off x="1782720" y="7100280"/>
            <a:ext cx="3103560" cy="7311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3" name="Google Shape;150;p5"/>
          <p:cNvSpPr/>
          <p:nvPr/>
        </p:nvSpPr>
        <p:spPr>
          <a:xfrm>
            <a:off x="5732280" y="6784560"/>
            <a:ext cx="1793160" cy="2235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4" name="Google Shape;151;p5"/>
          <p:cNvSpPr/>
          <p:nvPr/>
        </p:nvSpPr>
        <p:spPr>
          <a:xfrm>
            <a:off x="5077440" y="7100280"/>
            <a:ext cx="3103560" cy="7311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5" name="Google Shape;152;p5"/>
          <p:cNvSpPr/>
          <p:nvPr/>
        </p:nvSpPr>
        <p:spPr>
          <a:xfrm>
            <a:off x="9027000" y="6784560"/>
            <a:ext cx="1793160" cy="2235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6" name="Google Shape;153;p5"/>
          <p:cNvSpPr/>
          <p:nvPr/>
        </p:nvSpPr>
        <p:spPr>
          <a:xfrm>
            <a:off x="8372160" y="7100280"/>
            <a:ext cx="3103560" cy="731160"/>
          </a:xfrm>
          <a:prstGeom prst="rect">
            <a:avLst/>
          </a:prstGeom>
          <a:noFill/>
          <a:ln w="0">
            <a:noFill/>
          </a:ln>
        </p:spPr>
        <p:style>
          <a:lnRef idx="0"/>
          <a:fillRef idx="0"/>
          <a:effectRef idx="0"/>
          <a:fontRef idx="minor"/>
        </p:style>
        <p:txBody>
          <a:bodyPr lIns="0" tIns="0" rIns="0" bIns="0" anchor="t">
            <a:noAutofit/>
          </a:bodyPr>
          <a:p>
            <a:endParaRPr lang="en-IN" sz="1600" b="0" u="none" strike="noStrike">
              <a:solidFill>
                <a:srgbClr val="000000"/>
              </a:solidFill>
              <a:effectLst/>
              <a:uFillTx/>
              <a:latin typeface="Times New Roman"/>
            </a:endParaRPr>
          </a:p>
        </p:txBody>
      </p:sp>
      <p:sp>
        <p:nvSpPr>
          <p:cNvPr id="77" name="TextBox 1"/>
          <p:cNvSpPr/>
          <p:nvPr/>
        </p:nvSpPr>
        <p:spPr>
          <a:xfrm>
            <a:off x="474840" y="863280"/>
            <a:ext cx="8823240" cy="54266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1) Chat Input </a:t>
            </a:r>
            <a:r>
              <a:rPr lang="en-US" sz="1400" b="0" u="none" strike="noStrike">
                <a:solidFill>
                  <a:srgbClr val="000000"/>
                </a:solidFill>
                <a:effectLst/>
                <a:uFillTx/>
                <a:latin typeface="Arial"/>
                <a:ea typeface="Arial"/>
              </a:rPr>
              <a:t>– Interface where users enter their queries, preferences, or meal details (text/voice/image).</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2) IBM watsonx AI Agent </a:t>
            </a:r>
            <a:r>
              <a:rPr lang="en-US" sz="1400" b="0" u="none" strike="noStrike">
                <a:solidFill>
                  <a:srgbClr val="000000"/>
                </a:solidFill>
                <a:effectLst/>
                <a:uFillTx/>
                <a:latin typeface="Arial"/>
                <a:ea typeface="Arial"/>
              </a:rPr>
              <a:t>- Processes user input using Granite models to generate personalized nutrition insights and recommendations. </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3) Name of IBM Granite model - </a:t>
            </a:r>
            <a:r>
              <a:rPr lang="en-US" sz="1400" b="0" u="none" strike="noStrike">
                <a:solidFill>
                  <a:srgbClr val="000000"/>
                </a:solidFill>
                <a:effectLst/>
                <a:uFillTx/>
                <a:latin typeface="Arial"/>
                <a:ea typeface="Arial"/>
              </a:rPr>
              <a:t>Granite-4.0-8B-Instruct → Fast, efficient for real-time diet recommendations</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4) Chat output -</a:t>
            </a:r>
            <a:r>
              <a:rPr lang="en-US" sz="1400" b="0" u="none" strike="noStrike">
                <a:solidFill>
                  <a:srgbClr val="000000"/>
                </a:solidFill>
                <a:effectLst/>
                <a:uFillTx/>
                <a:latin typeface="Arial"/>
                <a:ea typeface="Arial"/>
              </a:rPr>
              <a:t>Displays AI-generated responses such as diet plans, nutritional analysis, and health suggestions. </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5) </a:t>
            </a:r>
            <a:r>
              <a:rPr lang="en-US" sz="1400" b="1" u="none" strike="noStrike">
                <a:solidFill>
                  <a:srgbClr val="000000"/>
                </a:solidFill>
                <a:effectLst/>
                <a:highlight>
                  <a:srgbClr val="FFFF00"/>
                </a:highlight>
                <a:uFillTx/>
                <a:latin typeface="Arial"/>
                <a:ea typeface="Arial"/>
              </a:rPr>
              <a:t>File component - </a:t>
            </a:r>
            <a:r>
              <a:rPr lang="en-US" sz="1400" b="0" u="none" strike="noStrike">
                <a:solidFill>
                  <a:srgbClr val="000000"/>
                </a:solidFill>
                <a:effectLst/>
                <a:highlight>
                  <a:srgbClr val="FFFF00"/>
                </a:highlight>
                <a:uFillTx/>
                <a:latin typeface="Arial"/>
                <a:ea typeface="Arial"/>
              </a:rPr>
              <a:t>Stores and retrieves user data, meal logs, and nutritional datasets for analysis and tracking.</a:t>
            </a: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 </a:t>
            </a:r>
            <a:endParaRPr lang="en-IN"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Google Shape;135;p5"/>
          <p:cNvSpPr/>
          <p:nvPr/>
        </p:nvSpPr>
        <p:spPr>
          <a:xfrm>
            <a:off x="537480" y="323280"/>
            <a:ext cx="5908320" cy="44784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en-US" sz="2400" b="1" u="none" strike="noStrike">
                <a:solidFill>
                  <a:srgbClr val="000000"/>
                </a:solidFill>
                <a:effectLst/>
                <a:uFillTx/>
                <a:latin typeface="Arial"/>
                <a:ea typeface="Arial"/>
              </a:rPr>
              <a:t>Langflow</a:t>
            </a:r>
            <a:r>
              <a:rPr lang="en-US" sz="3500" b="1" u="none" strike="noStrike">
                <a:solidFill>
                  <a:srgbClr val="051D3A"/>
                </a:solidFill>
                <a:effectLst/>
                <a:uFillTx/>
                <a:latin typeface="Times New Roman"/>
                <a:ea typeface="Times New Roman"/>
              </a:rPr>
              <a:t> </a:t>
            </a:r>
            <a:r>
              <a:rPr lang="en-US" sz="2400" b="1" u="none" strike="noStrike">
                <a:solidFill>
                  <a:srgbClr val="000000"/>
                </a:solidFill>
                <a:effectLst/>
                <a:uFillTx/>
                <a:latin typeface="Arial"/>
                <a:ea typeface="Arial"/>
              </a:rPr>
              <a:t>workflow -</a:t>
            </a:r>
            <a:endParaRPr lang="en-IN" sz="2400" b="0" u="none" strike="noStrike">
              <a:solidFill>
                <a:srgbClr val="000000"/>
              </a:solidFill>
              <a:effectLst/>
              <a:uFillTx/>
              <a:latin typeface="Arial"/>
            </a:endParaRPr>
          </a:p>
        </p:txBody>
      </p:sp>
      <p:pic>
        <p:nvPicPr>
          <p:cNvPr id="79" name=""/>
          <p:cNvPicPr/>
          <p:nvPr/>
        </p:nvPicPr>
        <p:blipFill>
          <a:blip r:embed="rId1"/>
          <a:srcRect l="4685" t="16022" r="3959" b="4485"/>
          <a:stretch/>
        </p:blipFill>
        <p:spPr>
          <a:xfrm>
            <a:off x="1260360" y="951840"/>
            <a:ext cx="9539280" cy="516780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Google Shape;135;p5"/>
          <p:cNvSpPr/>
          <p:nvPr/>
        </p:nvSpPr>
        <p:spPr>
          <a:xfrm>
            <a:off x="537480" y="323280"/>
            <a:ext cx="5908320" cy="447840"/>
          </a:xfrm>
          <a:prstGeom prst="rect">
            <a:avLst/>
          </a:prstGeom>
          <a:noFill/>
          <a:ln w="0">
            <a:noFill/>
          </a:ln>
        </p:spPr>
        <p:style>
          <a:lnRef idx="0"/>
          <a:fillRef idx="0"/>
          <a:effectRef idx="0"/>
          <a:fontRef idx="minor"/>
        </p:style>
        <p:txBody>
          <a:bodyPr lIns="0" tIns="0" rIns="0" bIns="0" anchor="t">
            <a:noAutofit/>
          </a:bodyPr>
          <a:p>
            <a:pPr>
              <a:lnSpc>
                <a:spcPct val="100000"/>
              </a:lnSpc>
            </a:pPr>
            <a:r>
              <a:rPr lang="en-US" sz="2400" b="1" u="none" strike="noStrike">
                <a:solidFill>
                  <a:schemeClr val="dk1"/>
                </a:solidFill>
                <a:effectLst/>
                <a:uFillTx/>
                <a:latin typeface="Calibri"/>
                <a:ea typeface="Calibri"/>
              </a:rPr>
              <a:t>Architecture blueprint</a:t>
            </a:r>
            <a:endParaRPr lang="en-IN" sz="2400" b="0" u="none" strike="noStrike">
              <a:solidFill>
                <a:srgbClr val="000000"/>
              </a:solidFill>
              <a:effectLst/>
              <a:uFillTx/>
              <a:latin typeface="Arial"/>
            </a:endParaRPr>
          </a:p>
        </p:txBody>
      </p:sp>
      <p:pic>
        <p:nvPicPr>
          <p:cNvPr id="81" name=""/>
          <p:cNvPicPr/>
          <p:nvPr/>
        </p:nvPicPr>
        <p:blipFill>
          <a:blip r:embed="rId1"/>
          <a:srcRect l="0" t="1110" r="1851" b="0"/>
          <a:stretch/>
        </p:blipFill>
        <p:spPr>
          <a:xfrm>
            <a:off x="900000" y="1080000"/>
            <a:ext cx="9539280" cy="503964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2" name="Google Shape;196;p9"/>
          <p:cNvPicPr/>
          <p:nvPr/>
        </p:nvPicPr>
        <p:blipFill>
          <a:blip r:embed="rId1"/>
          <a:stretch/>
        </p:blipFill>
        <p:spPr>
          <a:xfrm>
            <a:off x="8372160" y="1167480"/>
            <a:ext cx="3014640" cy="4522320"/>
          </a:xfrm>
          <a:prstGeom prst="rect">
            <a:avLst/>
          </a:prstGeom>
          <a:noFill/>
          <a:ln w="0">
            <a:noFill/>
          </a:ln>
        </p:spPr>
      </p:pic>
      <p:sp>
        <p:nvSpPr>
          <p:cNvPr id="83" name="TextBox 1"/>
          <p:cNvSpPr/>
          <p:nvPr/>
        </p:nvSpPr>
        <p:spPr>
          <a:xfrm>
            <a:off x="475560" y="283320"/>
            <a:ext cx="9317160" cy="583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3200" b="1" u="none" strike="noStrike">
                <a:solidFill>
                  <a:srgbClr val="000000"/>
                </a:solidFill>
                <a:effectLst/>
                <a:uFillTx/>
                <a:latin typeface="Arial"/>
                <a:ea typeface="Arial"/>
              </a:rPr>
              <a:t>Role of Agentic AI in the solution </a:t>
            </a:r>
            <a:endParaRPr lang="en-IN" sz="3200" b="0" u="none" strike="noStrike">
              <a:solidFill>
                <a:srgbClr val="000000"/>
              </a:solidFill>
              <a:effectLst/>
              <a:uFillTx/>
              <a:latin typeface="Arial"/>
            </a:endParaRPr>
          </a:p>
        </p:txBody>
      </p:sp>
      <p:sp>
        <p:nvSpPr>
          <p:cNvPr id="84" name="TextBox 2"/>
          <p:cNvSpPr/>
          <p:nvPr/>
        </p:nvSpPr>
        <p:spPr>
          <a:xfrm>
            <a:off x="621720" y="1167480"/>
            <a:ext cx="7405920" cy="31078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Arial"/>
                <a:ea typeface="Arial"/>
              </a:rPr>
              <a:t>Role of Agentic AI in Nutrition Agent</a:t>
            </a:r>
            <a:endParaRPr lang="en-IN"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Arial"/>
                <a:ea typeface="Arial"/>
              </a:rPr>
              <a:t>Agentic AI</a:t>
            </a:r>
            <a:r>
              <a:rPr lang="en-US" sz="1400" b="0" u="none" strike="noStrike">
                <a:solidFill>
                  <a:srgbClr val="000000"/>
                </a:solidFill>
                <a:effectLst/>
                <a:uFillTx/>
                <a:latin typeface="Arial"/>
                <a:ea typeface="Arial"/>
              </a:rPr>
              <a:t> enables the Nutrition Agent to function as an intelligent, autonomous system rather than a simple chatbot. Using </a:t>
            </a:r>
            <a:r>
              <a:rPr lang="en-US" sz="1400" b="1" u="none" strike="noStrike">
                <a:solidFill>
                  <a:srgbClr val="000000"/>
                </a:solidFill>
                <a:effectLst/>
                <a:uFillTx/>
                <a:latin typeface="Arial"/>
                <a:ea typeface="Arial"/>
              </a:rPr>
              <a:t>IBM watsonx.ai</a:t>
            </a:r>
            <a:r>
              <a:rPr lang="en-US" sz="1400" b="0" u="none" strike="noStrike">
                <a:solidFill>
                  <a:srgbClr val="000000"/>
                </a:solidFill>
                <a:effectLst/>
                <a:uFillTx/>
                <a:latin typeface="Arial"/>
                <a:ea typeface="Arial"/>
              </a:rPr>
              <a:t> and </a:t>
            </a:r>
            <a:r>
              <a:rPr lang="en-US" sz="1400" b="1" u="none" strike="noStrike">
                <a:solidFill>
                  <a:srgbClr val="000000"/>
                </a:solidFill>
                <a:effectLst/>
                <a:uFillTx/>
                <a:latin typeface="Arial"/>
                <a:ea typeface="Arial"/>
              </a:rPr>
              <a:t>IBM Granite models</a:t>
            </a:r>
            <a:r>
              <a:rPr lang="en-US" sz="1400" b="0" u="none" strike="noStrike">
                <a:solidFill>
                  <a:srgbClr val="000000"/>
                </a:solidFill>
                <a:effectLst/>
                <a:uFillTx/>
                <a:latin typeface="Arial"/>
                <a:ea typeface="Arial"/>
              </a:rPr>
              <a:t>, it coordinates multiple specialized agents to deliver personalized nutrition guidance.</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Each agent performs a specific role—such as retrieving nutritional data, generating diet plans, providing health advice, and analyzing food logs—while working collaboratively. This </a:t>
            </a:r>
            <a:r>
              <a:rPr lang="en-US" sz="1400" b="1" u="none" strike="noStrike">
                <a:solidFill>
                  <a:srgbClr val="000000"/>
                </a:solidFill>
                <a:effectLst/>
                <a:uFillTx/>
                <a:latin typeface="Arial"/>
                <a:ea typeface="Arial"/>
              </a:rPr>
              <a:t>multi-agent approach</a:t>
            </a:r>
            <a:r>
              <a:rPr lang="en-US" sz="1400" b="0" u="none" strike="noStrike">
                <a:solidFill>
                  <a:srgbClr val="000000"/>
                </a:solidFill>
                <a:effectLst/>
                <a:uFillTx/>
                <a:latin typeface="Arial"/>
                <a:ea typeface="Arial"/>
              </a:rPr>
              <a:t> ensures efficient task execution and accurate results.</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Agentic AI also brings </a:t>
            </a:r>
            <a:r>
              <a:rPr lang="en-US" sz="1400" b="1" u="none" strike="noStrike">
                <a:solidFill>
                  <a:srgbClr val="000000"/>
                </a:solidFill>
                <a:effectLst/>
                <a:uFillTx/>
                <a:latin typeface="Arial"/>
                <a:ea typeface="Arial"/>
              </a:rPr>
              <a:t>context awareness</a:t>
            </a:r>
            <a:r>
              <a:rPr lang="en-US" sz="1400" b="0" u="none" strike="noStrike">
                <a:solidFill>
                  <a:srgbClr val="000000"/>
                </a:solidFill>
                <a:effectLst/>
                <a:uFillTx/>
                <a:latin typeface="Arial"/>
                <a:ea typeface="Arial"/>
              </a:rPr>
              <a:t>, understanding user details like age, health conditions, and fitness goals to generate tailored recommendations. It supports </a:t>
            </a:r>
            <a:r>
              <a:rPr lang="en-US" sz="1400" b="1" u="none" strike="noStrike">
                <a:solidFill>
                  <a:srgbClr val="000000"/>
                </a:solidFill>
                <a:effectLst/>
                <a:uFillTx/>
                <a:latin typeface="Arial"/>
                <a:ea typeface="Arial"/>
              </a:rPr>
              <a:t>real-time adaptation</a:t>
            </a:r>
            <a:r>
              <a:rPr lang="en-US" sz="1400" b="0" u="none" strike="noStrike">
                <a:solidFill>
                  <a:srgbClr val="000000"/>
                </a:solidFill>
                <a:effectLst/>
                <a:uFillTx/>
                <a:latin typeface="Arial"/>
                <a:ea typeface="Arial"/>
              </a:rPr>
              <a:t>, continuously updating suggestions based on user inputs like daily meals.</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Additionally, agents communicate with each other, enabling better decision-making and improved outcomes.</a:t>
            </a:r>
            <a:endParaRPr lang="en-IN"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Arial"/>
                <a:ea typeface="Arial"/>
              </a:rPr>
              <a:t>Overall, Agentic AI makes the system proactive, personalized, and goal-driven, acting like a </a:t>
            </a:r>
            <a:r>
              <a:rPr lang="en-US" sz="1400" b="1" u="none" strike="noStrike">
                <a:solidFill>
                  <a:srgbClr val="000000"/>
                </a:solidFill>
                <a:effectLst/>
                <a:uFillTx/>
                <a:latin typeface="Arial"/>
                <a:ea typeface="Arial"/>
              </a:rPr>
              <a:t>smart digital nutritionist</a:t>
            </a:r>
            <a:r>
              <a:rPr lang="en-US" sz="1400" b="0" u="none" strike="noStrike">
                <a:solidFill>
                  <a:srgbClr val="000000"/>
                </a:solidFill>
                <a:effectLst/>
                <a:uFillTx/>
                <a:latin typeface="Arial"/>
                <a:ea typeface="Arial"/>
              </a:rPr>
              <a:t> that helps users maintain a healthy lifestyle.</a:t>
            </a:r>
            <a:endParaRPr lang="en-IN"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Google Shape;278;p18"/>
          <p:cNvSpPr/>
          <p:nvPr/>
        </p:nvSpPr>
        <p:spPr>
          <a:xfrm>
            <a:off x="793080" y="341640"/>
            <a:ext cx="6443640" cy="703440"/>
          </a:xfrm>
          <a:prstGeom prst="rect">
            <a:avLst/>
          </a:prstGeom>
          <a:noFill/>
          <a:ln w="0">
            <a:noFill/>
          </a:ln>
        </p:spPr>
        <p:style>
          <a:lnRef idx="0"/>
          <a:fillRef idx="0"/>
          <a:effectRef idx="0"/>
          <a:fontRef idx="minor"/>
        </p:style>
        <p:txBody>
          <a:bodyPr lIns="0" tIns="0" rIns="0" bIns="0" anchor="t">
            <a:noAutofit/>
          </a:bodyPr>
          <a:p>
            <a:pPr>
              <a:lnSpc>
                <a:spcPct val="157000"/>
              </a:lnSpc>
            </a:pPr>
            <a:r>
              <a:rPr lang="en-US" sz="2400" b="1" u="none" strike="noStrike">
                <a:solidFill>
                  <a:srgbClr val="000000"/>
                </a:solidFill>
                <a:effectLst/>
                <a:uFillTx/>
                <a:latin typeface="Arial"/>
                <a:ea typeface="Arial"/>
              </a:rPr>
              <a:t>Token Usage </a:t>
            </a:r>
            <a:endParaRPr lang="en-IN" sz="2400" b="0" u="none" strike="noStrike">
              <a:solidFill>
                <a:srgbClr val="000000"/>
              </a:solidFill>
              <a:effectLst/>
              <a:uFillTx/>
              <a:latin typeface="Arial"/>
            </a:endParaRPr>
          </a:p>
        </p:txBody>
      </p:sp>
      <p:sp>
        <p:nvSpPr>
          <p:cNvPr id="86" name="Google Shape;280;p18"/>
          <p:cNvSpPr/>
          <p:nvPr/>
        </p:nvSpPr>
        <p:spPr>
          <a:xfrm>
            <a:off x="1218600" y="336024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87" name="Google Shape;281;p18"/>
          <p:cNvSpPr/>
          <p:nvPr/>
        </p:nvSpPr>
        <p:spPr>
          <a:xfrm>
            <a:off x="1218600" y="439560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88" name="Google Shape;282;p18"/>
          <p:cNvSpPr/>
          <p:nvPr/>
        </p:nvSpPr>
        <p:spPr>
          <a:xfrm>
            <a:off x="1218600" y="5430600"/>
            <a:ext cx="7467840" cy="38232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89" name="TextBox 4"/>
          <p:cNvSpPr/>
          <p:nvPr/>
        </p:nvSpPr>
        <p:spPr>
          <a:xfrm>
            <a:off x="897480" y="1042200"/>
            <a:ext cx="4370400" cy="30708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1400" b="0" u="none" strike="noStrike">
                <a:solidFill>
                  <a:srgbClr val="000000"/>
                </a:solidFill>
                <a:effectLst/>
                <a:uFillTx/>
                <a:latin typeface="Arial"/>
                <a:ea typeface="Arial"/>
              </a:rPr>
              <a:t>11,761 token are used</a:t>
            </a:r>
            <a:endParaRPr lang="en-IN" sz="1400" b="0" u="none" strike="noStrike">
              <a:solidFill>
                <a:srgbClr val="000000"/>
              </a:solidFill>
              <a:effectLst/>
              <a:uFillTx/>
              <a:latin typeface="Arial"/>
            </a:endParaRPr>
          </a:p>
        </p:txBody>
      </p:sp>
      <p:sp>
        <p:nvSpPr>
          <p:cNvPr id="90" name="TextBox 13"/>
          <p:cNvSpPr/>
          <p:nvPr/>
        </p:nvSpPr>
        <p:spPr>
          <a:xfrm>
            <a:off x="1278720" y="1717920"/>
            <a:ext cx="2742480" cy="39924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000" b="0" u="sng" strike="noStrike">
                <a:solidFill>
                  <a:srgbClr val="000000"/>
                </a:solidFill>
                <a:effectLst/>
                <a:uFillTx/>
                <a:latin typeface="Arial"/>
                <a:ea typeface="Arial"/>
              </a:rPr>
              <a:t>Before Prompt</a:t>
            </a:r>
            <a:endParaRPr lang="en-IN" sz="2000" b="0" u="none" strike="noStrike">
              <a:solidFill>
                <a:srgbClr val="000000"/>
              </a:solidFill>
              <a:effectLst/>
              <a:uFillTx/>
              <a:latin typeface="Arial"/>
            </a:endParaRPr>
          </a:p>
        </p:txBody>
      </p:sp>
      <p:sp>
        <p:nvSpPr>
          <p:cNvPr id="91" name="TextBox 14"/>
          <p:cNvSpPr/>
          <p:nvPr/>
        </p:nvSpPr>
        <p:spPr>
          <a:xfrm>
            <a:off x="7106760" y="1722960"/>
            <a:ext cx="2742480" cy="39924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000" b="0" u="sng" strike="noStrike">
                <a:solidFill>
                  <a:srgbClr val="000000"/>
                </a:solidFill>
                <a:effectLst/>
                <a:uFillTx/>
                <a:latin typeface="Arial"/>
                <a:ea typeface="Arial"/>
              </a:rPr>
              <a:t>After the Prompt</a:t>
            </a:r>
            <a:endParaRPr lang="en-IN" sz="2000" b="0" u="none" strike="noStrike">
              <a:solidFill>
                <a:srgbClr val="000000"/>
              </a:solidFill>
              <a:effectLst/>
              <a:uFillTx/>
              <a:latin typeface="Arial"/>
            </a:endParaRPr>
          </a:p>
        </p:txBody>
      </p:sp>
      <p:pic>
        <p:nvPicPr>
          <p:cNvPr id="92" name=""/>
          <p:cNvPicPr/>
          <p:nvPr/>
        </p:nvPicPr>
        <p:blipFill>
          <a:blip r:embed="rId1"/>
          <a:srcRect l="0" t="11198" r="0" b="0"/>
          <a:stretch/>
        </p:blipFill>
        <p:spPr>
          <a:xfrm>
            <a:off x="1440000" y="2520000"/>
            <a:ext cx="9179640" cy="32396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777240" y="484560"/>
            <a:ext cx="7122600" cy="460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000000"/>
                </a:solidFill>
                <a:effectLst/>
                <a:uFillTx/>
                <a:latin typeface="Arial"/>
                <a:ea typeface="Arial"/>
              </a:rPr>
              <a:t>Novelty and Uniqueness</a:t>
            </a:r>
            <a:endParaRPr lang="en-IN" sz="2400" b="0" u="none" strike="noStrike">
              <a:solidFill>
                <a:srgbClr val="000000"/>
              </a:solidFill>
              <a:effectLst/>
              <a:uFillTx/>
              <a:latin typeface="Arial"/>
            </a:endParaRPr>
          </a:p>
        </p:txBody>
      </p:sp>
      <p:sp>
        <p:nvSpPr>
          <p:cNvPr id="94" name="TextBox 2"/>
          <p:cNvSpPr/>
          <p:nvPr/>
        </p:nvSpPr>
        <p:spPr>
          <a:xfrm>
            <a:off x="777240" y="1207080"/>
            <a:ext cx="11301120" cy="52930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IN" sz="1800" b="0" u="none" strike="noStrike">
                <a:solidFill>
                  <a:srgbClr val="000000"/>
                </a:solidFill>
                <a:effectLst/>
                <a:uFillTx/>
                <a:latin typeface="Arial"/>
                <a:ea typeface="Arial"/>
              </a:rPr>
              <a:t>The proposed Nutrition Agent stands out by combining </a:t>
            </a:r>
            <a:r>
              <a:rPr lang="en-IN" sz="1800" b="1" u="none" strike="noStrike">
                <a:solidFill>
                  <a:srgbClr val="000000"/>
                </a:solidFill>
                <a:effectLst/>
                <a:uFillTx/>
                <a:latin typeface="Arial"/>
                <a:ea typeface="Arial"/>
              </a:rPr>
              <a:t>Agentic AI, RAG, and personalization</a:t>
            </a:r>
            <a:r>
              <a:rPr lang="en-IN" sz="1800" b="0" u="none" strike="noStrike">
                <a:solidFill>
                  <a:srgbClr val="000000"/>
                </a:solidFill>
                <a:effectLst/>
                <a:uFillTx/>
                <a:latin typeface="Arial"/>
                <a:ea typeface="Arial"/>
              </a:rPr>
              <a:t> into a single intelligent system.</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Multi-Agent Intelligence</a:t>
            </a:r>
            <a:r>
              <a:rPr lang="en-IN" sz="1800" b="0" u="none" strike="noStrike">
                <a:solidFill>
                  <a:srgbClr val="000000"/>
                </a:solidFill>
                <a:effectLst/>
                <a:uFillTx/>
                <a:latin typeface="Arial"/>
                <a:ea typeface="Arial"/>
              </a:rPr>
              <a:t> – Instead of a single chatbot, multiple specialized agents collaborate to deliver accurate and context-aware nutrition guidance.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RAG-Based Accuracy</a:t>
            </a:r>
            <a:r>
              <a:rPr lang="en-IN" sz="1800" b="0" u="none" strike="noStrike">
                <a:solidFill>
                  <a:srgbClr val="000000"/>
                </a:solidFill>
                <a:effectLst/>
                <a:uFillTx/>
                <a:latin typeface="Arial"/>
                <a:ea typeface="Arial"/>
              </a:rPr>
              <a:t> – Integrates real-time data retrieval with AI generation, reducing misinformation and ensuring trustworthy recommendations.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Hyper-Personalization</a:t>
            </a:r>
            <a:r>
              <a:rPr lang="en-IN" sz="1800" b="0" u="none" strike="noStrike">
                <a:solidFill>
                  <a:srgbClr val="000000"/>
                </a:solidFill>
                <a:effectLst/>
                <a:uFillTx/>
                <a:latin typeface="Arial"/>
                <a:ea typeface="Arial"/>
              </a:rPr>
              <a:t> – Tailors diet plans based on health conditions, cultural preferences, and fitness goals.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Real-Time Feedback Loop</a:t>
            </a:r>
            <a:r>
              <a:rPr lang="en-IN" sz="1800" b="0" u="none" strike="noStrike">
                <a:solidFill>
                  <a:srgbClr val="000000"/>
                </a:solidFill>
                <a:effectLst/>
                <a:uFillTx/>
                <a:latin typeface="Arial"/>
                <a:ea typeface="Arial"/>
              </a:rPr>
              <a:t> – Continuously adapts recommendations based on daily food logs and user behavior.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Multi-Modal Input</a:t>
            </a:r>
            <a:r>
              <a:rPr lang="en-IN" sz="1800" b="0" u="none" strike="noStrike">
                <a:solidFill>
                  <a:srgbClr val="000000"/>
                </a:solidFill>
                <a:effectLst/>
                <a:uFillTx/>
                <a:latin typeface="Arial"/>
                <a:ea typeface="Arial"/>
              </a:rPr>
              <a:t> – Supports text, voice, and image-based meal tracking for better usability.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Preventive Healthcare Focus</a:t>
            </a:r>
            <a:r>
              <a:rPr lang="en-IN" sz="1800" b="0" u="none" strike="noStrike">
                <a:solidFill>
                  <a:srgbClr val="000000"/>
                </a:solidFill>
                <a:effectLst/>
                <a:uFillTx/>
                <a:latin typeface="Arial"/>
                <a:ea typeface="Arial"/>
              </a:rPr>
              <a:t> – Goes beyond diet planning to provide disease-specific nutrition advice. </a:t>
            </a:r>
            <a:endParaRPr lang="en-IN" sz="1800" b="0" u="none" strike="noStrike">
              <a:solidFill>
                <a:srgbClr val="000000"/>
              </a:solidFill>
              <a:effectLst/>
              <a:uFillTx/>
              <a:latin typeface="Arial"/>
            </a:endParaRPr>
          </a:p>
          <a:p>
            <a:pPr>
              <a:lnSpc>
                <a:spcPct val="100000"/>
              </a:lnSpc>
            </a:pPr>
            <a:r>
              <a:rPr lang="en-IN" sz="1800" b="1" u="none" strike="noStrike">
                <a:solidFill>
                  <a:srgbClr val="000000"/>
                </a:solidFill>
                <a:effectLst/>
                <a:uFillTx/>
                <a:latin typeface="Arial"/>
                <a:ea typeface="Arial"/>
              </a:rPr>
              <a:t>Scalable &amp; Enterprise-Ready</a:t>
            </a:r>
            <a:r>
              <a:rPr lang="en-IN" sz="1800" b="0" u="none" strike="noStrike">
                <a:solidFill>
                  <a:srgbClr val="000000"/>
                </a:solidFill>
                <a:effectLst/>
                <a:uFillTx/>
                <a:latin typeface="Arial"/>
                <a:ea typeface="Arial"/>
              </a:rPr>
              <a:t> – Built on </a:t>
            </a:r>
            <a:r>
              <a:rPr lang="en-IN" sz="1800" b="1" u="none" strike="noStrike">
                <a:solidFill>
                  <a:srgbClr val="000000"/>
                </a:solidFill>
                <a:effectLst/>
                <a:uFillTx/>
                <a:latin typeface="Arial"/>
                <a:ea typeface="Arial"/>
              </a:rPr>
              <a:t>IBM watsonx.ai</a:t>
            </a:r>
            <a:r>
              <a:rPr lang="en-IN" sz="1800" b="0" u="none" strike="noStrike">
                <a:solidFill>
                  <a:srgbClr val="000000"/>
                </a:solidFill>
                <a:effectLst/>
                <a:uFillTx/>
                <a:latin typeface="Arial"/>
                <a:ea typeface="Arial"/>
              </a:rPr>
              <a:t> with </a:t>
            </a:r>
            <a:r>
              <a:rPr lang="en-IN" sz="1800" b="1" u="none" strike="noStrike">
                <a:solidFill>
                  <a:srgbClr val="000000"/>
                </a:solidFill>
                <a:effectLst/>
                <a:uFillTx/>
                <a:latin typeface="Arial"/>
                <a:ea typeface="Arial"/>
              </a:rPr>
              <a:t>IBM Granite models</a:t>
            </a:r>
            <a:r>
              <a:rPr lang="en-IN" sz="1800" b="0" u="none" strike="noStrike">
                <a:solidFill>
                  <a:srgbClr val="000000"/>
                </a:solidFill>
                <a:effectLst/>
                <a:uFillTx/>
                <a:latin typeface="Arial"/>
                <a:ea typeface="Arial"/>
              </a:rPr>
              <a:t>, ensuring reliability and governance. </a:t>
            </a:r>
            <a:endParaRPr lang="en-IN" sz="1800" b="0" u="none" strike="noStrike">
              <a:solidFill>
                <a:srgbClr val="000000"/>
              </a:solidFill>
              <a:effectLst/>
              <a:uFillTx/>
              <a:latin typeface="Arial"/>
            </a:endParaRPr>
          </a:p>
          <a:p>
            <a:pPr>
              <a:lnSpc>
                <a:spcPct val="100000"/>
              </a:lnSpc>
            </a:pPr>
            <a:endParaRPr lang="en-IN" sz="1800" b="0" u="none" strike="noStrike">
              <a:solidFill>
                <a:srgbClr val="000000"/>
              </a:solidFill>
              <a:effectLst/>
              <a:uFillTx/>
              <a:latin typeface="Arial"/>
            </a:endParaRPr>
          </a:p>
          <a:p>
            <a:pPr>
              <a:lnSpc>
                <a:spcPct val="100000"/>
              </a:lnSpc>
            </a:pPr>
            <a:r>
              <a:rPr lang="en-IN" sz="1800" b="0" u="none" strike="noStrike">
                <a:solidFill>
                  <a:srgbClr val="000000"/>
                </a:solidFill>
                <a:effectLst/>
                <a:uFillTx/>
                <a:latin typeface="Arial"/>
                <a:ea typeface="Arial"/>
              </a:rPr>
              <a:t>This makes the solution a </a:t>
            </a:r>
            <a:r>
              <a:rPr lang="en-IN" sz="1800" b="1" u="none" strike="noStrike">
                <a:solidFill>
                  <a:srgbClr val="000000"/>
                </a:solidFill>
                <a:effectLst/>
                <a:uFillTx/>
                <a:latin typeface="Arial"/>
                <a:ea typeface="Arial"/>
              </a:rPr>
              <a:t>smart, adaptive, and proactive digital nutritionist</a:t>
            </a:r>
            <a:r>
              <a:rPr lang="en-IN" sz="1800" b="0" u="none" strike="noStrike">
                <a:solidFill>
                  <a:srgbClr val="000000"/>
                </a:solidFill>
                <a:effectLst/>
                <a:uFillTx/>
                <a:latin typeface="Arial"/>
                <a:ea typeface="Arial"/>
              </a:rPr>
              <a:t>, not just a static diet recommendation tool.</a:t>
            </a:r>
            <a:endParaRPr lang="en-IN" sz="1800" b="0" u="none" strike="noStrike">
              <a:solidFill>
                <a:srgbClr val="000000"/>
              </a:solidFill>
              <a:effectLst/>
              <a:uFillTx/>
              <a:latin typeface="Arial"/>
            </a:endParaRPr>
          </a:p>
          <a:p>
            <a:pPr>
              <a:lnSpc>
                <a:spcPct val="100000"/>
              </a:lnSpc>
            </a:pPr>
            <a:endParaRPr lang="en-IN"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Google Shape;278;p18"/>
          <p:cNvSpPr/>
          <p:nvPr/>
        </p:nvSpPr>
        <p:spPr>
          <a:xfrm>
            <a:off x="1218600" y="420840"/>
            <a:ext cx="6443640" cy="703440"/>
          </a:xfrm>
          <a:prstGeom prst="rect">
            <a:avLst/>
          </a:prstGeom>
          <a:noFill/>
          <a:ln w="0">
            <a:noFill/>
          </a:ln>
        </p:spPr>
        <p:style>
          <a:lnRef idx="0"/>
          <a:fillRef idx="0"/>
          <a:effectRef idx="0"/>
          <a:fontRef idx="minor"/>
        </p:style>
        <p:txBody>
          <a:bodyPr lIns="0" tIns="0" rIns="0" bIns="0" anchor="t">
            <a:noAutofit/>
          </a:bodyPr>
          <a:p>
            <a:pPr>
              <a:lnSpc>
                <a:spcPct val="157000"/>
              </a:lnSpc>
              <a:tabLst>
                <a:tab pos="0" algn="l"/>
              </a:tabLst>
            </a:pPr>
            <a:r>
              <a:rPr lang="en-US" sz="2400" b="1" u="none" strike="noStrike">
                <a:solidFill>
                  <a:srgbClr val="000000"/>
                </a:solidFill>
                <a:effectLst/>
                <a:uFillTx/>
                <a:latin typeface="Arial"/>
                <a:ea typeface="Arial"/>
              </a:rPr>
              <a:t>Git Hub Link</a:t>
            </a:r>
            <a:endParaRPr lang="en-IN" sz="2400" b="0" u="none" strike="noStrike">
              <a:solidFill>
                <a:srgbClr val="000000"/>
              </a:solidFill>
              <a:effectLst/>
              <a:uFillTx/>
              <a:latin typeface="Arial"/>
            </a:endParaRPr>
          </a:p>
        </p:txBody>
      </p:sp>
      <p:sp>
        <p:nvSpPr>
          <p:cNvPr id="96" name="Google Shape;279;p18"/>
          <p:cNvSpPr/>
          <p:nvPr/>
        </p:nvSpPr>
        <p:spPr>
          <a:xfrm>
            <a:off x="1218600" y="1153800"/>
            <a:ext cx="9213840" cy="427644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https://github.com/vprayag2005/ibm_project</a:t>
            </a:r>
            <a:endParaRPr lang="en-IN" sz="1850" b="0" u="none" strike="noStrike">
              <a:solidFill>
                <a:srgbClr val="000000"/>
              </a:solidFill>
              <a:effectLst/>
              <a:uFillTx/>
              <a:latin typeface="Arial"/>
            </a:endParaRPr>
          </a:p>
          <a:p>
            <a:pPr>
              <a:lnSpc>
                <a:spcPct val="162000"/>
              </a:lnSpc>
              <a:tabLst>
                <a:tab pos="0" algn="l"/>
              </a:tabLst>
            </a:pPr>
            <a:endParaRPr lang="en-IN" sz="1850" b="0" u="none" strike="noStrike">
              <a:solidFill>
                <a:srgbClr val="000000"/>
              </a:solidFill>
              <a:effectLst/>
              <a:uFillTx/>
              <a:latin typeface="Arial"/>
            </a:endParaRPr>
          </a:p>
        </p:txBody>
      </p:sp>
      <p:sp>
        <p:nvSpPr>
          <p:cNvPr id="97" name="Google Shape;280;p18"/>
          <p:cNvSpPr/>
          <p:nvPr/>
        </p:nvSpPr>
        <p:spPr>
          <a:xfrm>
            <a:off x="1218600" y="336024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98" name="Google Shape;281;p18"/>
          <p:cNvSpPr/>
          <p:nvPr/>
        </p:nvSpPr>
        <p:spPr>
          <a:xfrm>
            <a:off x="1218600" y="439560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99" name="Google Shape;282;p18"/>
          <p:cNvSpPr/>
          <p:nvPr/>
        </p:nvSpPr>
        <p:spPr>
          <a:xfrm>
            <a:off x="1218600" y="5430600"/>
            <a:ext cx="7467840" cy="38232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Google Shape;278;p18"/>
          <p:cNvSpPr/>
          <p:nvPr/>
        </p:nvSpPr>
        <p:spPr>
          <a:xfrm>
            <a:off x="1218600" y="420840"/>
            <a:ext cx="6443640" cy="703440"/>
          </a:xfrm>
          <a:prstGeom prst="rect">
            <a:avLst/>
          </a:prstGeom>
          <a:noFill/>
          <a:ln w="0">
            <a:noFill/>
          </a:ln>
        </p:spPr>
        <p:style>
          <a:lnRef idx="0"/>
          <a:fillRef idx="0"/>
          <a:effectRef idx="0"/>
          <a:fontRef idx="minor"/>
        </p:style>
        <p:txBody>
          <a:bodyPr lIns="0" tIns="0" rIns="0" bIns="0" anchor="t">
            <a:noAutofit/>
          </a:bodyPr>
          <a:p>
            <a:pPr>
              <a:lnSpc>
                <a:spcPct val="157000"/>
              </a:lnSpc>
              <a:tabLst>
                <a:tab pos="0" algn="l"/>
              </a:tabLst>
            </a:pPr>
            <a:r>
              <a:rPr lang="en-US" sz="2400" b="1" u="none" strike="noStrike">
                <a:solidFill>
                  <a:srgbClr val="000000"/>
                </a:solidFill>
                <a:effectLst/>
                <a:uFillTx/>
                <a:latin typeface="Arial"/>
                <a:ea typeface="Arial"/>
              </a:rPr>
              <a:t>Future Scope </a:t>
            </a:r>
            <a:endParaRPr lang="en-IN" sz="2400" b="0" u="none" strike="noStrike">
              <a:solidFill>
                <a:srgbClr val="000000"/>
              </a:solidFill>
              <a:effectLst/>
              <a:uFillTx/>
              <a:latin typeface="Arial"/>
            </a:endParaRPr>
          </a:p>
        </p:txBody>
      </p:sp>
      <p:sp>
        <p:nvSpPr>
          <p:cNvPr id="101" name="Google Shape;279;p18"/>
          <p:cNvSpPr/>
          <p:nvPr/>
        </p:nvSpPr>
        <p:spPr>
          <a:xfrm>
            <a:off x="1218600" y="1221840"/>
            <a:ext cx="9213840" cy="427644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1" u="none" strike="noStrike">
                <a:solidFill>
                  <a:srgbClr val="2B3541"/>
                </a:solidFill>
                <a:effectLst/>
                <a:uFillTx/>
                <a:latin typeface="Times New Roman"/>
                <a:ea typeface="Times New Roman"/>
              </a:rPr>
              <a:t>1.Integration with Wearables &amp; Health Devices – </a:t>
            </a:r>
            <a:endParaRPr lang="en-IN" sz="1850" b="0" u="none" strike="noStrike">
              <a:solidFill>
                <a:srgbClr val="000000"/>
              </a:solidFill>
              <a:effectLst/>
              <a:uFillTx/>
              <a:latin typeface="Arial"/>
            </a:endParaRPr>
          </a:p>
          <a:p>
            <a:pPr>
              <a:lnSpc>
                <a:spcPct val="162000"/>
              </a:lnSpc>
              <a:tabLst>
                <a:tab pos="0" algn="l"/>
              </a:tabLst>
            </a:pPr>
            <a:r>
              <a:rPr lang="en-US" sz="1850" b="0" u="none" strike="noStrike">
                <a:solidFill>
                  <a:srgbClr val="2B3541"/>
                </a:solidFill>
                <a:effectLst/>
                <a:uFillTx/>
                <a:latin typeface="Times New Roman"/>
                <a:ea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endParaRPr lang="en-IN" sz="1850" b="0" u="none" strike="noStrike">
              <a:solidFill>
                <a:srgbClr val="000000"/>
              </a:solidFill>
              <a:effectLst/>
              <a:uFillTx/>
              <a:latin typeface="Arial"/>
            </a:endParaRPr>
          </a:p>
          <a:p>
            <a:pPr>
              <a:lnSpc>
                <a:spcPct val="162000"/>
              </a:lnSpc>
              <a:tabLst>
                <a:tab pos="0" algn="l"/>
              </a:tabLst>
            </a:pPr>
            <a:r>
              <a:rPr lang="en-US" sz="1850" b="1" u="none" strike="noStrike">
                <a:solidFill>
                  <a:srgbClr val="2B3541"/>
                </a:solidFill>
                <a:effectLst/>
                <a:uFillTx/>
                <a:latin typeface="Times New Roman"/>
                <a:ea typeface="Times New Roman"/>
              </a:rPr>
              <a:t>2.AI-Powered Voice Assistant &amp; Multilingual Support </a:t>
            </a:r>
            <a:r>
              <a:rPr lang="en-US" sz="1850" b="0" u="none" strike="noStrike">
                <a:solidFill>
                  <a:srgbClr val="2B3541"/>
                </a:solidFill>
                <a:effectLst/>
                <a:uFillTx/>
                <a:latin typeface="Times New Roman"/>
                <a:ea typeface="Times New Roman"/>
              </a:rPr>
              <a:t>– </a:t>
            </a:r>
            <a:endParaRPr lang="en-IN" sz="1850" b="0" u="none" strike="noStrike">
              <a:solidFill>
                <a:srgbClr val="000000"/>
              </a:solidFill>
              <a:effectLst/>
              <a:uFillTx/>
              <a:latin typeface="Arial"/>
            </a:endParaRPr>
          </a:p>
          <a:p>
            <a:pPr>
              <a:lnSpc>
                <a:spcPct val="162000"/>
              </a:lnSpc>
              <a:tabLst>
                <a:tab pos="0" algn="l"/>
              </a:tabLst>
            </a:pPr>
            <a:r>
              <a:rPr lang="en-US" sz="1850" b="0" u="none" strike="noStrike">
                <a:solidFill>
                  <a:srgbClr val="2B3541"/>
                </a:solidFill>
                <a:effectLst/>
                <a:uFillTx/>
                <a:latin typeface="Times New Roman"/>
                <a:ea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lang="en-IN" sz="1850" b="0" u="none" strike="noStrike">
              <a:solidFill>
                <a:srgbClr val="000000"/>
              </a:solidFill>
              <a:effectLst/>
              <a:uFillTx/>
              <a:latin typeface="Arial"/>
            </a:endParaRPr>
          </a:p>
        </p:txBody>
      </p:sp>
      <p:sp>
        <p:nvSpPr>
          <p:cNvPr id="102" name="Google Shape;280;p18"/>
          <p:cNvSpPr/>
          <p:nvPr/>
        </p:nvSpPr>
        <p:spPr>
          <a:xfrm>
            <a:off x="1218600" y="336024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103" name="Google Shape;281;p18"/>
          <p:cNvSpPr/>
          <p:nvPr/>
        </p:nvSpPr>
        <p:spPr>
          <a:xfrm>
            <a:off x="1218600" y="4395600"/>
            <a:ext cx="7467840" cy="76536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
        <p:nvSpPr>
          <p:cNvPr id="104" name="Google Shape;282;p18"/>
          <p:cNvSpPr/>
          <p:nvPr/>
        </p:nvSpPr>
        <p:spPr>
          <a:xfrm>
            <a:off x="1218600" y="5430600"/>
            <a:ext cx="7467840" cy="382320"/>
          </a:xfrm>
          <a:prstGeom prst="rect">
            <a:avLst/>
          </a:prstGeom>
          <a:noFill/>
          <a:ln w="0">
            <a:noFill/>
          </a:ln>
        </p:spPr>
        <p:style>
          <a:lnRef idx="0"/>
          <a:fillRef idx="0"/>
          <a:effectRef idx="0"/>
          <a:fontRef idx="minor"/>
        </p:style>
        <p:txBody>
          <a:bodyPr lIns="0" tIns="0" rIns="0" bIns="0" anchor="t">
            <a:noAutofit/>
          </a:bodyPr>
          <a:p>
            <a:pPr>
              <a:lnSpc>
                <a:spcPct val="162000"/>
              </a:lnSpc>
              <a:tabLst>
                <a:tab pos="0" algn="l"/>
              </a:tabLst>
            </a:pPr>
            <a:r>
              <a:rPr lang="en-US" sz="1850" b="0" u="none" strike="noStrike">
                <a:solidFill>
                  <a:srgbClr val="2B3541"/>
                </a:solidFill>
                <a:effectLst/>
                <a:uFillTx/>
                <a:latin typeface="Times New Roman"/>
                <a:ea typeface="Times New Roman"/>
              </a:rPr>
              <a:t>·</a:t>
            </a:r>
            <a:endParaRPr lang="en-IN" sz="1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TextBox 5"/>
          <p:cNvSpPr/>
          <p:nvPr/>
        </p:nvSpPr>
        <p:spPr>
          <a:xfrm>
            <a:off x="327960" y="207360"/>
            <a:ext cx="6095160" cy="67644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400" b="1" u="none" strike="noStrike">
                <a:solidFill>
                  <a:srgbClr val="000000"/>
                </a:solidFill>
                <a:effectLst/>
                <a:uFillTx/>
                <a:latin typeface="Arial"/>
                <a:ea typeface="Arial"/>
              </a:rPr>
              <a:t>Certificates Earned:</a:t>
            </a:r>
            <a:endParaRPr lang="en-IN" sz="2400" b="0" u="none" strike="noStrike">
              <a:solidFill>
                <a:srgbClr val="000000"/>
              </a:solidFill>
              <a:effectLst/>
              <a:uFillTx/>
              <a:latin typeface="Arial"/>
            </a:endParaRPr>
          </a:p>
          <a:p>
            <a:pPr algn="ctr">
              <a:lnSpc>
                <a:spcPct val="100000"/>
              </a:lnSpc>
            </a:pPr>
            <a:endParaRPr lang="en-IN" sz="1400" b="0" u="none" strike="noStrike">
              <a:solidFill>
                <a:srgbClr val="000000"/>
              </a:solidFill>
              <a:effectLst/>
              <a:uFillTx/>
              <a:latin typeface="Arial"/>
            </a:endParaRPr>
          </a:p>
        </p:txBody>
      </p:sp>
      <p:sp>
        <p:nvSpPr>
          <p:cNvPr id="106" name="TextBox 2"/>
          <p:cNvSpPr/>
          <p:nvPr/>
        </p:nvSpPr>
        <p:spPr>
          <a:xfrm>
            <a:off x="551880" y="690120"/>
            <a:ext cx="6389280" cy="52236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800" b="1" u="none" strike="noStrike">
                <a:solidFill>
                  <a:srgbClr val="000000"/>
                </a:solidFill>
                <a:effectLst/>
                <a:uFillTx/>
                <a:latin typeface="Arial"/>
                <a:ea typeface="Arial"/>
              </a:rPr>
              <a:t>Please  add your credly certificate </a:t>
            </a:r>
            <a:endParaRPr lang="en-IN" sz="2800" b="0" u="none" strike="noStrike">
              <a:solidFill>
                <a:srgbClr val="000000"/>
              </a:solidFill>
              <a:effectLst/>
              <a:uFillTx/>
              <a:latin typeface="Arial"/>
            </a:endParaRPr>
          </a:p>
        </p:txBody>
      </p:sp>
      <p:pic>
        <p:nvPicPr>
          <p:cNvPr id="107" name=""/>
          <p:cNvPicPr/>
          <p:nvPr/>
        </p:nvPicPr>
        <p:blipFill>
          <a:blip r:embed="rId1"/>
          <a:stretch/>
        </p:blipFill>
        <p:spPr>
          <a:xfrm>
            <a:off x="1620000" y="1620000"/>
            <a:ext cx="8095320" cy="395964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TextBox 4"/>
          <p:cNvSpPr/>
          <p:nvPr/>
        </p:nvSpPr>
        <p:spPr>
          <a:xfrm>
            <a:off x="176760" y="226440"/>
            <a:ext cx="6095160" cy="67644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400" b="1" u="none" strike="noStrike">
                <a:solidFill>
                  <a:srgbClr val="000000"/>
                </a:solidFill>
                <a:effectLst/>
                <a:uFillTx/>
                <a:latin typeface="Arial"/>
                <a:ea typeface="Arial"/>
              </a:rPr>
              <a:t>Certificates Earned:</a:t>
            </a:r>
            <a:r>
              <a:rPr lang="en-US" sz="2400" b="0" u="none" strike="noStrike">
                <a:solidFill>
                  <a:srgbClr val="000000"/>
                </a:solidFill>
                <a:effectLst/>
                <a:uFillTx/>
                <a:latin typeface="Arial"/>
                <a:ea typeface="Arial"/>
              </a:rPr>
              <a:t>​</a:t>
            </a:r>
            <a:endParaRPr lang="en-IN" sz="2400" b="0" u="none" strike="noStrike">
              <a:solidFill>
                <a:srgbClr val="000000"/>
              </a:solidFill>
              <a:effectLst/>
              <a:uFillTx/>
              <a:latin typeface="Arial"/>
            </a:endParaRPr>
          </a:p>
          <a:p>
            <a:pPr algn="ctr">
              <a:lnSpc>
                <a:spcPct val="100000"/>
              </a:lnSpc>
            </a:pPr>
            <a:endParaRPr lang="en-IN" sz="1400" b="0" u="none" strike="noStrike">
              <a:solidFill>
                <a:srgbClr val="000000"/>
              </a:solidFill>
              <a:effectLst/>
              <a:uFillTx/>
              <a:latin typeface="Arial"/>
            </a:endParaRPr>
          </a:p>
        </p:txBody>
      </p:sp>
      <p:sp>
        <p:nvSpPr>
          <p:cNvPr id="109" name="TextBox 5"/>
          <p:cNvSpPr/>
          <p:nvPr/>
        </p:nvSpPr>
        <p:spPr>
          <a:xfrm>
            <a:off x="496800" y="800640"/>
            <a:ext cx="5437080" cy="399240"/>
          </a:xfrm>
          <a:prstGeom prst="rect">
            <a:avLst/>
          </a:prstGeom>
          <a:noFill/>
          <a:ln w="0">
            <a:noFill/>
          </a:ln>
        </p:spPr>
        <p:style>
          <a:lnRef idx="0"/>
          <a:fillRef idx="0"/>
          <a:effectRef idx="0"/>
          <a:fontRef idx="minor"/>
        </p:style>
        <p:txBody>
          <a:bodyPr numCol="1" spcCol="0" horzOverflow="overflow" lIns="90000" tIns="45000" rIns="90000" bIns="45000" anchor="t">
            <a:spAutoFit/>
          </a:bodyPr>
          <a:p>
            <a:pPr>
              <a:lnSpc>
                <a:spcPct val="100000"/>
              </a:lnSpc>
            </a:pPr>
            <a:r>
              <a:rPr lang="en-US" sz="2000" b="1" u="none" strike="noStrike">
                <a:solidFill>
                  <a:srgbClr val="000000"/>
                </a:solidFill>
                <a:effectLst/>
                <a:uFillTx/>
                <a:latin typeface="Arial"/>
                <a:ea typeface="Arial"/>
              </a:rPr>
              <a:t>Add your IBM BOB Certificate</a:t>
            </a:r>
            <a:endParaRPr lang="en-IN" sz="2000" b="0" u="none" strike="noStrike">
              <a:solidFill>
                <a:srgbClr val="000000"/>
              </a:solidFill>
              <a:effectLst/>
              <a:uFillTx/>
              <a:latin typeface="Arial"/>
            </a:endParaRPr>
          </a:p>
        </p:txBody>
      </p:sp>
      <p:pic>
        <p:nvPicPr>
          <p:cNvPr id="110" name=""/>
          <p:cNvPicPr/>
          <p:nvPr/>
        </p:nvPicPr>
        <p:blipFill>
          <a:blip r:embed="rId1"/>
          <a:stretch/>
        </p:blipFill>
        <p:spPr>
          <a:xfrm>
            <a:off x="1080000" y="1980000"/>
            <a:ext cx="10216800" cy="316800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1" name="Google Shape;310;p20"/>
          <p:cNvPicPr/>
          <p:nvPr/>
        </p:nvPicPr>
        <p:blipFill>
          <a:blip r:embed="rId1"/>
          <a:stretch/>
        </p:blipFill>
        <p:spPr>
          <a:xfrm>
            <a:off x="0" y="2190240"/>
            <a:ext cx="12191400" cy="247680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LibreOffice/26.2.4.2$Windows_X86_64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2025-07-08T05:06:56Z</dcterms:created>
  <dc:creator>Manda Anirudh</dc:creator>
  <dc:description/>
  <dc:language>en-IN</dc:language>
  <cp:lastModifiedBy/>
  <dcterms:modified xsi:type="dcterms:W3CDTF">2026-07-08T22:18:10Z</dcterms:modified>
  <cp:revision>17</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13</vt:i4>
  </property>
  <property fmtid="{D5CDD505-2E9C-101B-9397-08002B2CF9AE}" pid="3" name="PresentationFormat">
    <vt:lpwstr>Widescreen</vt:lpwstr>
  </property>
  <property fmtid="{D5CDD505-2E9C-101B-9397-08002B2CF9AE}" pid="4" name="Slides">
    <vt:i4>16</vt:i4>
  </property>
</Properties>
</file>